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8288000" cy="10287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41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A6738-EFC1-4163-B994-175D0C77111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50189-B7C0-4366-B95F-4C7F74D2B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50189-B7C0-4366-B95F-4C7F74D2BA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30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0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6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1"/>
            <a:ext cx="15544800" cy="2043113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1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1"/>
            <a:ext cx="8077200" cy="678894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1"/>
            <a:ext cx="8077200" cy="6788945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1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8080376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2302670"/>
            <a:ext cx="8083550" cy="959643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3262313"/>
            <a:ext cx="8083550" cy="5926932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0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3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409575"/>
            <a:ext cx="6016626" cy="1743075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6"/>
            <a:ext cx="10223500" cy="877967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152651"/>
            <a:ext cx="6016626" cy="7036595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2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3"/>
            <a:ext cx="10972800" cy="6172200"/>
          </a:xfrm>
        </p:spPr>
        <p:txBody>
          <a:bodyPr rtlCol="0">
            <a:normAutofit/>
          </a:bodyPr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6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4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8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8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8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450" b="1" i="0">
                <a:solidFill>
                  <a:srgbClr val="E6ECF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421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14400" y="411957"/>
            <a:ext cx="164592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4400" y="2400301"/>
            <a:ext cx="16459200" cy="6788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6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6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8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5pPr>
      <a:lvl6pPr marL="685800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6pPr>
      <a:lvl7pPr marL="1371600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7pPr>
      <a:lvl8pPr marL="2057400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8pPr>
      <a:lvl9pPr marL="2743200" algn="ctr" rtl="0" eaLnBrk="1" fontAlgn="base" hangingPunct="1"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Calibri" pitchFamily="34" charset="0"/>
        </a:defRPr>
      </a:lvl9pPr>
    </p:titleStyle>
    <p:bodyStyle>
      <a:lvl1pPr marL="514350" indent="-5143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0" y="1790700"/>
            <a:ext cx="609600" cy="609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499530" y="1939354"/>
            <a:ext cx="2855595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S</a:t>
            </a:r>
            <a:r>
              <a:rPr sz="1550" spc="-44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C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U</a:t>
            </a:r>
            <a:r>
              <a:rPr sz="1550" spc="-44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R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-</a:t>
            </a:r>
            <a:r>
              <a:rPr sz="1550" spc="-44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B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Y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-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D</a:t>
            </a:r>
            <a:r>
              <a:rPr sz="1550" spc="-44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S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I</a:t>
            </a:r>
            <a:r>
              <a:rPr sz="1550" spc="-44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G</a:t>
            </a:r>
            <a:r>
              <a:rPr sz="1550" spc="-44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N</a:t>
            </a:r>
            <a:endParaRPr sz="1550" dirty="0">
              <a:solidFill>
                <a:schemeClr val="tx1">
                  <a:lumMod val="95000"/>
                  <a:lumOff val="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280" y="2014220"/>
            <a:ext cx="291401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F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Y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P</a:t>
            </a:r>
            <a:r>
              <a:rPr sz="1400" spc="114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·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P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114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2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2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6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430240" y="2791055"/>
            <a:ext cx="11427520" cy="20467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200" dirty="0">
                <a:latin typeface="Trebuchet MS"/>
                <a:cs typeface="Trebuchet MS"/>
              </a:rPr>
              <a:t>REVEAL</a:t>
            </a:r>
            <a:r>
              <a:rPr sz="13200" dirty="0">
                <a:solidFill>
                  <a:srgbClr val="58A6FF"/>
                </a:solidFill>
                <a:latin typeface="Sitka Text"/>
                <a:cs typeface="Sitka Text"/>
              </a:rPr>
              <a:t>-X</a:t>
            </a:r>
            <a:endParaRPr sz="13200" dirty="0">
              <a:latin typeface="Sitka Text"/>
              <a:cs typeface="Sitka Tex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2205" y="5325004"/>
            <a:ext cx="9408795" cy="821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875">
              <a:lnSpc>
                <a:spcPts val="3750"/>
              </a:lnSpc>
              <a:spcBef>
                <a:spcPts val="120"/>
              </a:spcBef>
            </a:pPr>
            <a:r>
              <a:rPr sz="3250" dirty="0">
                <a:latin typeface="Lucida Sans Unicode"/>
                <a:cs typeface="Lucida Sans Unicode"/>
              </a:rPr>
              <a:t>Secure</a:t>
            </a:r>
            <a:r>
              <a:rPr sz="3250" spc="-204" dirty="0">
                <a:latin typeface="Lucida Sans Unicode"/>
                <a:cs typeface="Lucida Sans Unicode"/>
              </a:rPr>
              <a:t> </a:t>
            </a:r>
            <a:r>
              <a:rPr sz="3250" spc="-110" dirty="0">
                <a:latin typeface="Lucida Sans Unicode"/>
                <a:cs typeface="Lucida Sans Unicode"/>
              </a:rPr>
              <a:t>Image</a:t>
            </a:r>
            <a:r>
              <a:rPr sz="3250" spc="-200" dirty="0">
                <a:latin typeface="Lucida Sans Unicode"/>
                <a:cs typeface="Lucida Sans Unicode"/>
              </a:rPr>
              <a:t> </a:t>
            </a:r>
            <a:r>
              <a:rPr sz="3250" spc="-50" dirty="0">
                <a:latin typeface="Lucida Sans Unicode"/>
                <a:cs typeface="Lucida Sans Unicode"/>
              </a:rPr>
              <a:t>Sharing</a:t>
            </a:r>
            <a:r>
              <a:rPr sz="3250" spc="-120" dirty="0">
                <a:latin typeface="Lucida Sans Unicode"/>
                <a:cs typeface="Lucida Sans Unicode"/>
              </a:rPr>
              <a:t> </a:t>
            </a:r>
            <a:r>
              <a:rPr sz="3250" spc="-90" dirty="0">
                <a:latin typeface="Lucida Sans Unicode"/>
                <a:cs typeface="Lucida Sans Unicode"/>
              </a:rPr>
              <a:t>using</a:t>
            </a:r>
            <a:r>
              <a:rPr sz="3250" spc="-160" dirty="0">
                <a:latin typeface="Lucida Sans Unicode"/>
                <a:cs typeface="Lucida Sans Unicode"/>
              </a:rPr>
              <a:t> </a:t>
            </a:r>
            <a:r>
              <a:rPr sz="3250" spc="-120" dirty="0">
                <a:latin typeface="Lucida Sans Unicode"/>
                <a:cs typeface="Lucida Sans Unicode"/>
              </a:rPr>
              <a:t>Visual</a:t>
            </a:r>
            <a:r>
              <a:rPr sz="3250" spc="20" dirty="0">
                <a:latin typeface="Lucida Sans Unicode"/>
                <a:cs typeface="Lucida Sans Unicode"/>
              </a:rPr>
              <a:t> </a:t>
            </a:r>
            <a:r>
              <a:rPr sz="3250" spc="-10" dirty="0">
                <a:latin typeface="Lucida Sans Unicode"/>
                <a:cs typeface="Lucida Sans Unicode"/>
              </a:rPr>
              <a:t>Cryptography</a:t>
            </a:r>
            <a:endParaRPr sz="3250" dirty="0">
              <a:latin typeface="Lucida Sans Unicode"/>
              <a:cs typeface="Lucida Sans Unicode"/>
            </a:endParaRPr>
          </a:p>
          <a:p>
            <a:pPr marL="12700">
              <a:lnSpc>
                <a:spcPts val="2490"/>
              </a:lnSpc>
            </a:pPr>
            <a:r>
              <a:rPr sz="220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22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200" spc="-220" dirty="0">
                <a:solidFill>
                  <a:srgbClr val="8B949D"/>
                </a:solidFill>
                <a:latin typeface="Lucida Sans Unicode"/>
                <a:cs typeface="Lucida Sans Unicode"/>
              </a:rPr>
              <a:t>AI</a:t>
            </a:r>
            <a:r>
              <a:rPr sz="2200" spc="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Enhancement</a:t>
            </a:r>
            <a:r>
              <a:rPr sz="220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20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&amp;</a:t>
            </a:r>
            <a:r>
              <a:rPr sz="2200" spc="-254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20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Tamper</a:t>
            </a:r>
            <a:r>
              <a:rPr sz="220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Detection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5479" y="6633929"/>
            <a:ext cx="3114040" cy="166560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300" spc="-300" dirty="0">
                <a:solidFill>
                  <a:srgbClr val="8B949D"/>
                </a:solidFill>
                <a:latin typeface="Courier New"/>
                <a:cs typeface="Courier New"/>
              </a:rPr>
              <a:t>P R E S E N T E D  B Y</a:t>
            </a:r>
            <a:endParaRPr sz="1300" spc="-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200" spc="-105" dirty="0">
                <a:latin typeface="Lucida Sans Unicode"/>
                <a:cs typeface="Lucida Sans Unicode"/>
              </a:rPr>
              <a:t>Inam</a:t>
            </a:r>
            <a:r>
              <a:rPr sz="2200" spc="-120" dirty="0">
                <a:latin typeface="Lucida Sans Unicode"/>
                <a:cs typeface="Lucida Sans Unicode"/>
              </a:rPr>
              <a:t> </a:t>
            </a:r>
            <a:r>
              <a:rPr sz="2200" spc="-85" dirty="0">
                <a:latin typeface="Lucida Sans Unicode"/>
                <a:cs typeface="Lucida Sans Unicode"/>
              </a:rPr>
              <a:t>Ullah</a:t>
            </a:r>
            <a:r>
              <a:rPr sz="2200" spc="-6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(45521)</a:t>
            </a:r>
            <a:endParaRPr sz="1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200" spc="-55" dirty="0">
                <a:latin typeface="Lucida Sans Unicode"/>
                <a:cs typeface="Lucida Sans Unicode"/>
              </a:rPr>
              <a:t>Zaka</a:t>
            </a:r>
            <a:r>
              <a:rPr sz="2200" spc="-195" dirty="0">
                <a:latin typeface="Lucida Sans Unicode"/>
                <a:cs typeface="Lucida Sans Unicode"/>
              </a:rPr>
              <a:t> </a:t>
            </a:r>
            <a:r>
              <a:rPr sz="2200" spc="-70" dirty="0">
                <a:latin typeface="Lucida Sans Unicode"/>
                <a:cs typeface="Lucida Sans Unicode"/>
              </a:rPr>
              <a:t>Khan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(36503)</a:t>
            </a:r>
            <a:endParaRPr sz="1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200" spc="-85" dirty="0">
                <a:latin typeface="Lucida Sans Unicode"/>
                <a:cs typeface="Lucida Sans Unicode"/>
              </a:rPr>
              <a:t>Muhammad</a:t>
            </a:r>
            <a:r>
              <a:rPr sz="2200" spc="-45" dirty="0">
                <a:latin typeface="Lucida Sans Unicode"/>
                <a:cs typeface="Lucida Sans Unicode"/>
              </a:rPr>
              <a:t> </a:t>
            </a:r>
            <a:r>
              <a:rPr sz="2200" spc="-105" dirty="0">
                <a:latin typeface="Lucida Sans Unicode"/>
                <a:cs typeface="Lucida Sans Unicode"/>
              </a:rPr>
              <a:t>Umar</a:t>
            </a:r>
            <a:r>
              <a:rPr sz="2200" spc="-95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(44726)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2406" y="6794626"/>
            <a:ext cx="145859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300" dirty="0">
                <a:latin typeface="Courier New"/>
                <a:cs typeface="Courier New"/>
              </a:rPr>
              <a:t>S U P E R V I S O 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42406" y="7170868"/>
            <a:ext cx="210121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35" dirty="0">
                <a:solidFill>
                  <a:srgbClr val="58A6FF"/>
                </a:solidFill>
                <a:latin typeface="Lucida Sans Unicode"/>
                <a:cs typeface="Lucida Sans Unicode"/>
              </a:rPr>
              <a:t>Sir</a:t>
            </a:r>
            <a:r>
              <a:rPr sz="2200" spc="-145" dirty="0">
                <a:solidFill>
                  <a:srgbClr val="58A6FF"/>
                </a:solidFill>
                <a:latin typeface="Lucida Sans Unicode"/>
                <a:cs typeface="Lucida Sans Unicode"/>
              </a:rPr>
              <a:t> </a:t>
            </a:r>
            <a:r>
              <a:rPr sz="2200" spc="-70" dirty="0">
                <a:solidFill>
                  <a:srgbClr val="58A6FF"/>
                </a:solidFill>
                <a:latin typeface="Lucida Sans Unicode"/>
                <a:cs typeface="Lucida Sans Unicode"/>
              </a:rPr>
              <a:t>Yawar</a:t>
            </a:r>
            <a:r>
              <a:rPr sz="2200" spc="-145" dirty="0">
                <a:solidFill>
                  <a:srgbClr val="58A6FF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58A6FF"/>
                </a:solidFill>
                <a:latin typeface="Lucida Sans Unicode"/>
                <a:cs typeface="Lucida Sans Unicode"/>
              </a:rPr>
              <a:t>Abbas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2406" y="7479482"/>
            <a:ext cx="2992755" cy="62132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 marR="5080">
              <a:spcBef>
                <a:spcPts val="1005"/>
              </a:spcBef>
            </a:pPr>
            <a:r>
              <a:rPr sz="1600" spc="-45" dirty="0">
                <a:latin typeface="Lucida Sans Unicode"/>
                <a:cs typeface="Lucida Sans Unicode"/>
              </a:rPr>
              <a:t>Dept.</a:t>
            </a:r>
            <a:r>
              <a:rPr sz="1600" spc="-70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of</a:t>
            </a:r>
            <a:r>
              <a:rPr sz="1600" spc="-105" dirty="0">
                <a:latin typeface="Lucida Sans Unicode"/>
                <a:cs typeface="Lucida Sans Unicode"/>
              </a:rPr>
              <a:t> </a:t>
            </a:r>
            <a:r>
              <a:rPr sz="1600" dirty="0">
                <a:latin typeface="Lucida Sans Unicode"/>
                <a:cs typeface="Lucida Sans Unicode"/>
              </a:rPr>
              <a:t>Cyber</a:t>
            </a:r>
            <a:r>
              <a:rPr sz="1600" spc="-8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Security</a:t>
            </a:r>
            <a:r>
              <a:rPr sz="1600" spc="500" dirty="0">
                <a:latin typeface="Lucida Sans Unicode"/>
                <a:cs typeface="Lucida Sans Unicode"/>
              </a:rPr>
              <a:t> </a:t>
            </a:r>
            <a:r>
              <a:rPr sz="1600" spc="-25" dirty="0">
                <a:latin typeface="Lucida Sans Unicode"/>
                <a:cs typeface="Lucida Sans Unicode"/>
              </a:rPr>
              <a:t>Riphah</a:t>
            </a:r>
            <a:r>
              <a:rPr sz="1600" spc="-95" dirty="0">
                <a:latin typeface="Lucida Sans Unicode"/>
                <a:cs typeface="Lucida Sans Unicode"/>
              </a:rPr>
              <a:t> </a:t>
            </a:r>
            <a:r>
              <a:rPr sz="1600" spc="-20" dirty="0">
                <a:latin typeface="Lucida Sans Unicode"/>
                <a:cs typeface="Lucida Sans Unicode"/>
              </a:rPr>
              <a:t>International</a:t>
            </a:r>
            <a:r>
              <a:rPr sz="1600" spc="-30" dirty="0">
                <a:latin typeface="Lucida Sans Unicode"/>
                <a:cs typeface="Lucida Sans Unicode"/>
              </a:rPr>
              <a:t> </a:t>
            </a:r>
            <a:r>
              <a:rPr sz="1600" spc="-10" dirty="0">
                <a:latin typeface="Lucida Sans Unicode"/>
                <a:cs typeface="Lucida Sans Unicode"/>
              </a:rPr>
              <a:t>University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13" name="object 13"/>
          <p:cNvPicPr/>
          <p:nvPr/>
        </p:nvPicPr>
        <p:blipFill rotWithShape="1">
          <a:blip r:embed="rId3" cstate="print"/>
          <a:srcRect b="24691"/>
          <a:stretch/>
        </p:blipFill>
        <p:spPr>
          <a:xfrm>
            <a:off x="6423879" y="6885706"/>
            <a:ext cx="3295648" cy="116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343535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P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R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400" spc="-31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S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-31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A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400" spc="-31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I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O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135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O</a:t>
            </a:r>
            <a:r>
              <a:rPr sz="1400" spc="-31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U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L</a:t>
            </a:r>
            <a:r>
              <a:rPr sz="1400" spc="-31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I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-3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754643"/>
            <a:ext cx="1645920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Agenda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3075825"/>
            <a:ext cx="682625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8B949D"/>
                </a:solidFill>
                <a:latin typeface="Lucida Sans Unicode"/>
                <a:cs typeface="Lucida Sans Unicode"/>
              </a:rPr>
              <a:t>What</a:t>
            </a:r>
            <a:r>
              <a:rPr sz="2350" spc="-1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8B949D"/>
                </a:solidFill>
                <a:latin typeface="Lucida Sans Unicode"/>
                <a:cs typeface="Lucida Sans Unicode"/>
              </a:rPr>
              <a:t>we</a:t>
            </a:r>
            <a:r>
              <a:rPr sz="23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8B949D"/>
                </a:solidFill>
                <a:latin typeface="Lucida Sans Unicode"/>
                <a:cs typeface="Lucida Sans Unicode"/>
              </a:rPr>
              <a:t>cover</a:t>
            </a:r>
            <a:r>
              <a:rPr sz="23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spc="-13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23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8B949D"/>
                </a:solidFill>
                <a:latin typeface="Lucida Sans Unicode"/>
                <a:cs typeface="Lucida Sans Unicode"/>
              </a:rPr>
              <a:t>this</a:t>
            </a:r>
            <a:r>
              <a:rPr sz="23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8B949D"/>
                </a:solidFill>
                <a:latin typeface="Lucida Sans Unicode"/>
                <a:cs typeface="Lucida Sans Unicode"/>
              </a:rPr>
              <a:t>FYP</a:t>
            </a:r>
            <a:r>
              <a:rPr sz="235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8B949D"/>
                </a:solidFill>
                <a:latin typeface="Lucida Sans Unicode"/>
                <a:cs typeface="Lucida Sans Unicode"/>
              </a:rPr>
              <a:t>Part</a:t>
            </a:r>
            <a:r>
              <a:rPr sz="2350" spc="-1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spc="-640" dirty="0">
                <a:solidFill>
                  <a:srgbClr val="8B949D"/>
                </a:solidFill>
                <a:latin typeface="Lucida Sans Unicode"/>
                <a:cs typeface="Lucida Sans Unicode"/>
              </a:rPr>
              <a:t>1</a:t>
            </a:r>
            <a:r>
              <a:rPr sz="23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progress</a:t>
            </a:r>
            <a:r>
              <a:rPr sz="2350" spc="-1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review.</a:t>
            </a:r>
            <a:endParaRPr sz="23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4038599"/>
            <a:ext cx="7429500" cy="952500"/>
            <a:chOff x="1466849" y="4038599"/>
            <a:chExt cx="7429500" cy="952500"/>
          </a:xfrm>
        </p:grpSpPr>
        <p:sp>
          <p:nvSpPr>
            <p:cNvPr id="7" name="object 7"/>
            <p:cNvSpPr/>
            <p:nvPr/>
          </p:nvSpPr>
          <p:spPr>
            <a:xfrm>
              <a:off x="1476374" y="4048296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121919" y="931734"/>
                  </a:lnTo>
                  <a:lnTo>
                    <a:pt x="81779" y="919557"/>
                  </a:lnTo>
                  <a:lnTo>
                    <a:pt x="46931" y="896272"/>
                  </a:lnTo>
                  <a:lnTo>
                    <a:pt x="20321" y="863848"/>
                  </a:lnTo>
                  <a:lnTo>
                    <a:pt x="4282" y="825127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8"/>
                  </a:lnTo>
                  <a:lnTo>
                    <a:pt x="7363516" y="36833"/>
                  </a:lnTo>
                  <a:lnTo>
                    <a:pt x="7390126" y="69257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100" y="838528"/>
                  </a:lnTo>
                  <a:lnTo>
                    <a:pt x="7382326" y="875520"/>
                  </a:lnTo>
                  <a:lnTo>
                    <a:pt x="7352691" y="905156"/>
                  </a:lnTo>
                  <a:lnTo>
                    <a:pt x="7315699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40481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7" y="832049"/>
                  </a:lnTo>
                  <a:lnTo>
                    <a:pt x="7386368" y="869951"/>
                  </a:lnTo>
                  <a:lnTo>
                    <a:pt x="7358213" y="901019"/>
                  </a:lnTo>
                  <a:lnTo>
                    <a:pt x="7322249" y="922573"/>
                  </a:lnTo>
                  <a:lnTo>
                    <a:pt x="7281578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70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92287" y="4318127"/>
            <a:ext cx="4819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58A6FF"/>
                </a:solidFill>
                <a:latin typeface="Courier New"/>
                <a:cs typeface="Courier New"/>
              </a:rPr>
              <a:t>01</a:t>
            </a:r>
            <a:r>
              <a:rPr sz="2200" spc="-100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20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Problem,</a:t>
            </a:r>
            <a:r>
              <a:rPr sz="20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background</a:t>
            </a:r>
            <a:r>
              <a:rPr sz="20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objectives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91649" y="4038599"/>
            <a:ext cx="7429500" cy="952500"/>
            <a:chOff x="9391649" y="4038599"/>
            <a:chExt cx="7429500" cy="952500"/>
          </a:xfrm>
        </p:grpSpPr>
        <p:sp>
          <p:nvSpPr>
            <p:cNvPr id="11" name="object 11"/>
            <p:cNvSpPr/>
            <p:nvPr/>
          </p:nvSpPr>
          <p:spPr>
            <a:xfrm>
              <a:off x="9401174" y="4048296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121917" y="931734"/>
                  </a:lnTo>
                  <a:lnTo>
                    <a:pt x="81778" y="919557"/>
                  </a:lnTo>
                  <a:lnTo>
                    <a:pt x="46930" y="896272"/>
                  </a:lnTo>
                  <a:lnTo>
                    <a:pt x="20320" y="863848"/>
                  </a:lnTo>
                  <a:lnTo>
                    <a:pt x="4281" y="825127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8"/>
                  </a:lnTo>
                  <a:lnTo>
                    <a:pt x="7363515" y="36833"/>
                  </a:lnTo>
                  <a:lnTo>
                    <a:pt x="7390125" y="69257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099" y="838528"/>
                  </a:lnTo>
                  <a:lnTo>
                    <a:pt x="7382326" y="875520"/>
                  </a:lnTo>
                  <a:lnTo>
                    <a:pt x="7352690" y="905156"/>
                  </a:lnTo>
                  <a:lnTo>
                    <a:pt x="7315697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01174" y="40481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6" y="832049"/>
                  </a:lnTo>
                  <a:lnTo>
                    <a:pt x="7386368" y="869951"/>
                  </a:lnTo>
                  <a:lnTo>
                    <a:pt x="7358212" y="901019"/>
                  </a:lnTo>
                  <a:lnTo>
                    <a:pt x="7322247" y="922573"/>
                  </a:lnTo>
                  <a:lnTo>
                    <a:pt x="7281577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8" y="927298"/>
                  </a:lnTo>
                  <a:lnTo>
                    <a:pt x="63496" y="909370"/>
                  </a:lnTo>
                  <a:lnTo>
                    <a:pt x="32428" y="881214"/>
                  </a:lnTo>
                  <a:lnTo>
                    <a:pt x="10874" y="845250"/>
                  </a:lnTo>
                  <a:lnTo>
                    <a:pt x="685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21849" y="4318127"/>
            <a:ext cx="23704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58A6FF"/>
                </a:solidFill>
                <a:latin typeface="Courier New"/>
                <a:cs typeface="Courier New"/>
              </a:rPr>
              <a:t>02</a:t>
            </a:r>
            <a:r>
              <a:rPr sz="2200" spc="-90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2050" dirty="0">
                <a:solidFill>
                  <a:srgbClr val="E6ECF2"/>
                </a:solidFill>
                <a:latin typeface="Lucida Sans Unicode"/>
                <a:cs typeface="Lucida Sans Unicode"/>
              </a:rPr>
              <a:t>Project</a:t>
            </a:r>
            <a:r>
              <a:rPr sz="2050" spc="-12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scope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66849" y="5143499"/>
            <a:ext cx="7429500" cy="952500"/>
            <a:chOff x="1466849" y="5143499"/>
            <a:chExt cx="7429500" cy="952500"/>
          </a:xfrm>
        </p:grpSpPr>
        <p:sp>
          <p:nvSpPr>
            <p:cNvPr id="15" name="object 15"/>
            <p:cNvSpPr/>
            <p:nvPr/>
          </p:nvSpPr>
          <p:spPr>
            <a:xfrm>
              <a:off x="1476374" y="5153196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94749" y="924929"/>
                  </a:lnTo>
                  <a:lnTo>
                    <a:pt x="57756" y="905156"/>
                  </a:lnTo>
                  <a:lnTo>
                    <a:pt x="28121" y="875520"/>
                  </a:lnTo>
                  <a:lnTo>
                    <a:pt x="8348" y="838527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3"/>
                  </a:lnTo>
                  <a:lnTo>
                    <a:pt x="7390126" y="69258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100" y="838527"/>
                  </a:lnTo>
                  <a:lnTo>
                    <a:pt x="7382326" y="875520"/>
                  </a:lnTo>
                  <a:lnTo>
                    <a:pt x="7352691" y="905156"/>
                  </a:lnTo>
                  <a:lnTo>
                    <a:pt x="7315699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6374" y="51530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5"/>
                  </a:lnTo>
                  <a:lnTo>
                    <a:pt x="7399572" y="88199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7" y="832049"/>
                  </a:lnTo>
                  <a:lnTo>
                    <a:pt x="7386368" y="869951"/>
                  </a:lnTo>
                  <a:lnTo>
                    <a:pt x="7358213" y="901019"/>
                  </a:lnTo>
                  <a:lnTo>
                    <a:pt x="7322249" y="922573"/>
                  </a:lnTo>
                  <a:lnTo>
                    <a:pt x="7281578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69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8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92287" y="5423026"/>
            <a:ext cx="4732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B4D8"/>
                </a:solidFill>
                <a:latin typeface="Courier New"/>
                <a:cs typeface="Courier New"/>
              </a:rPr>
              <a:t>03</a:t>
            </a:r>
            <a:r>
              <a:rPr sz="2200" spc="-110" dirty="0">
                <a:solidFill>
                  <a:srgbClr val="00B4D8"/>
                </a:solidFill>
                <a:latin typeface="Courier New"/>
                <a:cs typeface="Courier New"/>
              </a:rPr>
              <a:t>  </a:t>
            </a:r>
            <a:r>
              <a:rPr sz="20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Proposed</a:t>
            </a:r>
            <a:r>
              <a:rPr sz="20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solution</a:t>
            </a:r>
            <a:r>
              <a:rPr sz="20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how</a:t>
            </a:r>
            <a:r>
              <a:rPr sz="2050" spc="-1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rgbClr val="E6ECF2"/>
                </a:solidFill>
                <a:latin typeface="Lucida Sans Unicode"/>
                <a:cs typeface="Lucida Sans Unicode"/>
              </a:rPr>
              <a:t>it</a:t>
            </a:r>
            <a:r>
              <a:rPr sz="2050" spc="-13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works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391649" y="5143499"/>
            <a:ext cx="7429500" cy="952500"/>
            <a:chOff x="9391649" y="5143499"/>
            <a:chExt cx="7429500" cy="952500"/>
          </a:xfrm>
        </p:grpSpPr>
        <p:sp>
          <p:nvSpPr>
            <p:cNvPr id="19" name="object 19"/>
            <p:cNvSpPr/>
            <p:nvPr/>
          </p:nvSpPr>
          <p:spPr>
            <a:xfrm>
              <a:off x="9401174" y="5153196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94748" y="924929"/>
                  </a:lnTo>
                  <a:lnTo>
                    <a:pt x="57755" y="905156"/>
                  </a:lnTo>
                  <a:lnTo>
                    <a:pt x="28119" y="875520"/>
                  </a:lnTo>
                  <a:lnTo>
                    <a:pt x="8346" y="838527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8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7"/>
                  </a:lnTo>
                  <a:lnTo>
                    <a:pt x="7363515" y="36833"/>
                  </a:lnTo>
                  <a:lnTo>
                    <a:pt x="7390125" y="69258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099" y="838527"/>
                  </a:lnTo>
                  <a:lnTo>
                    <a:pt x="7382326" y="875520"/>
                  </a:lnTo>
                  <a:lnTo>
                    <a:pt x="7352690" y="905156"/>
                  </a:lnTo>
                  <a:lnTo>
                    <a:pt x="7315697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01174" y="51530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5"/>
                  </a:lnTo>
                  <a:lnTo>
                    <a:pt x="7399572" y="88199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6" y="832049"/>
                  </a:lnTo>
                  <a:lnTo>
                    <a:pt x="7386368" y="869951"/>
                  </a:lnTo>
                  <a:lnTo>
                    <a:pt x="7358212" y="901019"/>
                  </a:lnTo>
                  <a:lnTo>
                    <a:pt x="7322247" y="922573"/>
                  </a:lnTo>
                  <a:lnTo>
                    <a:pt x="7281577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8" y="927298"/>
                  </a:lnTo>
                  <a:lnTo>
                    <a:pt x="63496" y="909369"/>
                  </a:lnTo>
                  <a:lnTo>
                    <a:pt x="32428" y="881214"/>
                  </a:lnTo>
                  <a:lnTo>
                    <a:pt x="10874" y="845250"/>
                  </a:lnTo>
                  <a:lnTo>
                    <a:pt x="685" y="804578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721849" y="5423026"/>
            <a:ext cx="4243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B4D8"/>
                </a:solidFill>
                <a:latin typeface="Courier New"/>
                <a:cs typeface="Courier New"/>
              </a:rPr>
              <a:t>04</a:t>
            </a:r>
            <a:r>
              <a:rPr sz="2200" spc="-114" dirty="0">
                <a:solidFill>
                  <a:srgbClr val="00B4D8"/>
                </a:solidFill>
                <a:latin typeface="Courier New"/>
                <a:cs typeface="Courier New"/>
              </a:rPr>
              <a:t> 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Methodology</a:t>
            </a:r>
            <a:r>
              <a:rPr sz="20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requirements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66849" y="6248399"/>
            <a:ext cx="7429500" cy="952500"/>
            <a:chOff x="1466849" y="6248399"/>
            <a:chExt cx="7429500" cy="952500"/>
          </a:xfrm>
        </p:grpSpPr>
        <p:sp>
          <p:nvSpPr>
            <p:cNvPr id="23" name="object 23"/>
            <p:cNvSpPr/>
            <p:nvPr/>
          </p:nvSpPr>
          <p:spPr>
            <a:xfrm>
              <a:off x="1476374" y="6258096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94749" y="924929"/>
                  </a:lnTo>
                  <a:lnTo>
                    <a:pt x="57756" y="905156"/>
                  </a:lnTo>
                  <a:lnTo>
                    <a:pt x="28121" y="875520"/>
                  </a:lnTo>
                  <a:lnTo>
                    <a:pt x="8348" y="838528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2"/>
                  </a:lnTo>
                  <a:lnTo>
                    <a:pt x="7390126" y="69257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100" y="838528"/>
                  </a:lnTo>
                  <a:lnTo>
                    <a:pt x="7382326" y="875520"/>
                  </a:lnTo>
                  <a:lnTo>
                    <a:pt x="7352691" y="905156"/>
                  </a:lnTo>
                  <a:lnTo>
                    <a:pt x="7315699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76374" y="62579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19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7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7" y="832049"/>
                  </a:lnTo>
                  <a:lnTo>
                    <a:pt x="7386368" y="869950"/>
                  </a:lnTo>
                  <a:lnTo>
                    <a:pt x="7358213" y="901019"/>
                  </a:lnTo>
                  <a:lnTo>
                    <a:pt x="7322249" y="922573"/>
                  </a:lnTo>
                  <a:lnTo>
                    <a:pt x="7281578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69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92287" y="6527926"/>
            <a:ext cx="351345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BC8BFF"/>
                </a:solidFill>
                <a:latin typeface="Courier New"/>
                <a:cs typeface="Courier New"/>
              </a:rPr>
              <a:t>05</a:t>
            </a:r>
            <a:r>
              <a:rPr sz="22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Architecture</a:t>
            </a:r>
            <a:r>
              <a:rPr sz="205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security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391649" y="6248399"/>
            <a:ext cx="7429500" cy="952500"/>
            <a:chOff x="9391649" y="6248399"/>
            <a:chExt cx="7429500" cy="952500"/>
          </a:xfrm>
        </p:grpSpPr>
        <p:sp>
          <p:nvSpPr>
            <p:cNvPr id="27" name="object 27"/>
            <p:cNvSpPr/>
            <p:nvPr/>
          </p:nvSpPr>
          <p:spPr>
            <a:xfrm>
              <a:off x="9401174" y="6258096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94748" y="924929"/>
                  </a:lnTo>
                  <a:lnTo>
                    <a:pt x="57755" y="905156"/>
                  </a:lnTo>
                  <a:lnTo>
                    <a:pt x="28119" y="875520"/>
                  </a:lnTo>
                  <a:lnTo>
                    <a:pt x="8346" y="838528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4"/>
                  </a:lnTo>
                  <a:lnTo>
                    <a:pt x="57755" y="27948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7"/>
                  </a:lnTo>
                  <a:lnTo>
                    <a:pt x="7363515" y="36832"/>
                  </a:lnTo>
                  <a:lnTo>
                    <a:pt x="7390125" y="69257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099" y="838528"/>
                  </a:lnTo>
                  <a:lnTo>
                    <a:pt x="7382326" y="875520"/>
                  </a:lnTo>
                  <a:lnTo>
                    <a:pt x="7352690" y="905156"/>
                  </a:lnTo>
                  <a:lnTo>
                    <a:pt x="7315697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401174" y="62579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19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7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6" y="832049"/>
                  </a:lnTo>
                  <a:lnTo>
                    <a:pt x="7386368" y="869950"/>
                  </a:lnTo>
                  <a:lnTo>
                    <a:pt x="7358212" y="901019"/>
                  </a:lnTo>
                  <a:lnTo>
                    <a:pt x="7322247" y="922573"/>
                  </a:lnTo>
                  <a:lnTo>
                    <a:pt x="7281577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8" y="927298"/>
                  </a:lnTo>
                  <a:lnTo>
                    <a:pt x="63496" y="909369"/>
                  </a:lnTo>
                  <a:lnTo>
                    <a:pt x="32428" y="881214"/>
                  </a:lnTo>
                  <a:lnTo>
                    <a:pt x="10874" y="845250"/>
                  </a:lnTo>
                  <a:lnTo>
                    <a:pt x="685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721849" y="6527926"/>
            <a:ext cx="408177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BC8BFF"/>
                </a:solidFill>
                <a:latin typeface="Courier New"/>
                <a:cs typeface="Courier New"/>
              </a:rPr>
              <a:t>06</a:t>
            </a:r>
            <a:r>
              <a:rPr sz="2200" spc="-7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20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Comparison</a:t>
            </a:r>
            <a:r>
              <a:rPr sz="20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walkthroughs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66849" y="7353299"/>
            <a:ext cx="7429500" cy="952500"/>
            <a:chOff x="1466849" y="7353299"/>
            <a:chExt cx="7429500" cy="952500"/>
          </a:xfrm>
        </p:grpSpPr>
        <p:sp>
          <p:nvSpPr>
            <p:cNvPr id="31" name="object 31"/>
            <p:cNvSpPr/>
            <p:nvPr/>
          </p:nvSpPr>
          <p:spPr>
            <a:xfrm>
              <a:off x="1476374" y="7362995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94749" y="924928"/>
                  </a:lnTo>
                  <a:lnTo>
                    <a:pt x="57756" y="905156"/>
                  </a:lnTo>
                  <a:lnTo>
                    <a:pt x="28121" y="875520"/>
                  </a:lnTo>
                  <a:lnTo>
                    <a:pt x="8348" y="838528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2"/>
                  </a:lnTo>
                  <a:lnTo>
                    <a:pt x="7390126" y="69257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100" y="838527"/>
                  </a:lnTo>
                  <a:lnTo>
                    <a:pt x="7382326" y="875520"/>
                  </a:lnTo>
                  <a:lnTo>
                    <a:pt x="7352691" y="905156"/>
                  </a:lnTo>
                  <a:lnTo>
                    <a:pt x="7315699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76374" y="73628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19"/>
                  </a:lnTo>
                  <a:lnTo>
                    <a:pt x="94749" y="8346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7"/>
                  </a:lnTo>
                  <a:lnTo>
                    <a:pt x="7378018" y="52234"/>
                  </a:lnTo>
                  <a:lnTo>
                    <a:pt x="7399572" y="88197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7" y="832048"/>
                  </a:lnTo>
                  <a:lnTo>
                    <a:pt x="7386368" y="869951"/>
                  </a:lnTo>
                  <a:lnTo>
                    <a:pt x="7358213" y="901019"/>
                  </a:lnTo>
                  <a:lnTo>
                    <a:pt x="7322249" y="922573"/>
                  </a:lnTo>
                  <a:lnTo>
                    <a:pt x="7281578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9" y="927297"/>
                  </a:lnTo>
                  <a:lnTo>
                    <a:pt x="63497" y="909369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792287" y="7632826"/>
            <a:ext cx="44577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3FB94F"/>
                </a:solidFill>
                <a:latin typeface="Courier New"/>
                <a:cs typeface="Courier New"/>
              </a:rPr>
              <a:t>07</a:t>
            </a:r>
            <a:r>
              <a:rPr sz="2200" spc="-7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20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Progress,</a:t>
            </a:r>
            <a:r>
              <a:rPr sz="20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50" dirty="0">
                <a:solidFill>
                  <a:srgbClr val="E6ECF2"/>
                </a:solidFill>
                <a:latin typeface="Lucida Sans Unicode"/>
                <a:cs typeface="Lucida Sans Unicode"/>
              </a:rPr>
              <a:t>timeline</a:t>
            </a:r>
            <a:r>
              <a:rPr sz="2050" spc="-11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challenges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391649" y="7353299"/>
            <a:ext cx="7429500" cy="952500"/>
            <a:chOff x="9391649" y="7353299"/>
            <a:chExt cx="7429500" cy="952500"/>
          </a:xfrm>
        </p:grpSpPr>
        <p:sp>
          <p:nvSpPr>
            <p:cNvPr id="35" name="object 35"/>
            <p:cNvSpPr/>
            <p:nvPr/>
          </p:nvSpPr>
          <p:spPr>
            <a:xfrm>
              <a:off x="9401174" y="7362995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7274593" y="933106"/>
                  </a:moveTo>
                  <a:lnTo>
                    <a:pt x="135855" y="933106"/>
                  </a:lnTo>
                  <a:lnTo>
                    <a:pt x="94748" y="924928"/>
                  </a:lnTo>
                  <a:lnTo>
                    <a:pt x="57755" y="905156"/>
                  </a:lnTo>
                  <a:lnTo>
                    <a:pt x="28119" y="875520"/>
                  </a:lnTo>
                  <a:lnTo>
                    <a:pt x="8346" y="838528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4"/>
                  </a:lnTo>
                  <a:lnTo>
                    <a:pt x="57755" y="27948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7"/>
                  </a:lnTo>
                  <a:lnTo>
                    <a:pt x="7363515" y="36832"/>
                  </a:lnTo>
                  <a:lnTo>
                    <a:pt x="7390125" y="69257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797422"/>
                  </a:lnTo>
                  <a:lnTo>
                    <a:pt x="7402099" y="838527"/>
                  </a:lnTo>
                  <a:lnTo>
                    <a:pt x="7382326" y="875520"/>
                  </a:lnTo>
                  <a:lnTo>
                    <a:pt x="7352690" y="905156"/>
                  </a:lnTo>
                  <a:lnTo>
                    <a:pt x="7315697" y="924929"/>
                  </a:lnTo>
                  <a:lnTo>
                    <a:pt x="7274593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401174" y="7362824"/>
              <a:ext cx="7410450" cy="933450"/>
            </a:xfrm>
            <a:custGeom>
              <a:avLst/>
              <a:gdLst/>
              <a:ahLst/>
              <a:cxnLst/>
              <a:rect l="l" t="t" r="r" b="b"/>
              <a:pathLst>
                <a:path w="74104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19" y="57756"/>
                  </a:lnTo>
                  <a:lnTo>
                    <a:pt x="57755" y="28119"/>
                  </a:lnTo>
                  <a:lnTo>
                    <a:pt x="94748" y="8346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7"/>
                  </a:lnTo>
                  <a:lnTo>
                    <a:pt x="7378017" y="52234"/>
                  </a:lnTo>
                  <a:lnTo>
                    <a:pt x="7399572" y="88197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790574"/>
                  </a:lnTo>
                  <a:lnTo>
                    <a:pt x="7404296" y="832048"/>
                  </a:lnTo>
                  <a:lnTo>
                    <a:pt x="7386368" y="869951"/>
                  </a:lnTo>
                  <a:lnTo>
                    <a:pt x="7358212" y="901019"/>
                  </a:lnTo>
                  <a:lnTo>
                    <a:pt x="7322247" y="922573"/>
                  </a:lnTo>
                  <a:lnTo>
                    <a:pt x="7281577" y="932763"/>
                  </a:lnTo>
                  <a:lnTo>
                    <a:pt x="7267574" y="933449"/>
                  </a:lnTo>
                  <a:lnTo>
                    <a:pt x="142874" y="933449"/>
                  </a:lnTo>
                  <a:lnTo>
                    <a:pt x="101398" y="927297"/>
                  </a:lnTo>
                  <a:lnTo>
                    <a:pt x="63496" y="909369"/>
                  </a:lnTo>
                  <a:lnTo>
                    <a:pt x="32428" y="881214"/>
                  </a:lnTo>
                  <a:lnTo>
                    <a:pt x="10874" y="845250"/>
                  </a:lnTo>
                  <a:lnTo>
                    <a:pt x="685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721849" y="7632826"/>
            <a:ext cx="35280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3FB94F"/>
                </a:solidFill>
                <a:latin typeface="Courier New"/>
                <a:cs typeface="Courier New"/>
              </a:rPr>
              <a:t>08</a:t>
            </a:r>
            <a:r>
              <a:rPr sz="2200" spc="-6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2050" dirty="0">
                <a:solidFill>
                  <a:srgbClr val="E6ECF2"/>
                </a:solidFill>
                <a:latin typeface="Lucida Sans Unicode"/>
                <a:cs typeface="Lucida Sans Unicode"/>
              </a:rPr>
              <a:t>FYP</a:t>
            </a:r>
            <a:r>
              <a:rPr sz="2050" spc="-1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rgbClr val="E6ECF2"/>
                </a:solidFill>
                <a:latin typeface="Lucida Sans Unicode"/>
                <a:cs typeface="Lucida Sans Unicode"/>
              </a:rPr>
              <a:t>Part</a:t>
            </a:r>
            <a:r>
              <a:rPr sz="2050" spc="-11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2</a:t>
            </a:r>
            <a:r>
              <a:rPr sz="2050" spc="-13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050" spc="-1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conclusion</a:t>
            </a:r>
            <a:endParaRPr sz="2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309369"/>
            <a:ext cx="274066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P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B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M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6374" y="1930688"/>
            <a:ext cx="15849600" cy="1161215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 marR="5080">
              <a:lnSpc>
                <a:spcPts val="7500"/>
              </a:lnSpc>
              <a:spcBef>
                <a:spcPts val="1555"/>
              </a:spcBef>
            </a:pPr>
            <a:r>
              <a:rPr sz="6600" b="1" spc="-300" dirty="0">
                <a:latin typeface="Arial"/>
                <a:cs typeface="Arial"/>
              </a:rPr>
              <a:t>When images travel, privacy doesn't.</a:t>
            </a:r>
            <a:endParaRPr sz="6600" spc="-3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280" y="3972075"/>
            <a:ext cx="10257790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95"/>
              </a:spcBef>
            </a:pPr>
            <a:r>
              <a:rPr sz="2350" dirty="0">
                <a:latin typeface="Lucida Sans Unicode"/>
                <a:cs typeface="Lucida Sans Unicode"/>
              </a:rPr>
              <a:t>Standard</a:t>
            </a:r>
            <a:r>
              <a:rPr sz="2350" spc="-50" dirty="0">
                <a:latin typeface="Lucida Sans Unicode"/>
                <a:cs typeface="Lucida Sans Unicode"/>
              </a:rPr>
              <a:t> messaging</a:t>
            </a:r>
            <a:r>
              <a:rPr sz="2350" spc="-45" dirty="0">
                <a:latin typeface="Lucida Sans Unicode"/>
                <a:cs typeface="Lucida Sans Unicode"/>
              </a:rPr>
              <a:t> </a:t>
            </a:r>
            <a:r>
              <a:rPr sz="2350" spc="-40" dirty="0">
                <a:latin typeface="Lucida Sans Unicode"/>
                <a:cs typeface="Lucida Sans Unicode"/>
              </a:rPr>
              <a:t>hides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data</a:t>
            </a:r>
            <a:r>
              <a:rPr sz="2350" spc="-185" dirty="0">
                <a:latin typeface="Lucida Sans Unicode"/>
                <a:cs typeface="Lucida Sans Unicode"/>
              </a:rPr>
              <a:t> </a:t>
            </a:r>
            <a:r>
              <a:rPr sz="2350" spc="-135" dirty="0">
                <a:latin typeface="Lucida Sans Unicode"/>
                <a:cs typeface="Lucida Sans Unicode"/>
              </a:rPr>
              <a:t>in</a:t>
            </a:r>
            <a:r>
              <a:rPr sz="2350" spc="-50" dirty="0">
                <a:latin typeface="Lucida Sans Unicode"/>
                <a:cs typeface="Lucida Sans Unicode"/>
              </a:rPr>
              <a:t> </a:t>
            </a:r>
            <a:r>
              <a:rPr sz="2350" spc="-30" dirty="0">
                <a:latin typeface="Lucida Sans Unicode"/>
                <a:cs typeface="Lucida Sans Unicode"/>
              </a:rPr>
              <a:t>transit,</a:t>
            </a:r>
            <a:r>
              <a:rPr sz="2350" spc="-9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but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65" dirty="0">
                <a:latin typeface="Lucida Sans Unicode"/>
                <a:cs typeface="Lucida Sans Unicode"/>
              </a:rPr>
              <a:t>a</a:t>
            </a:r>
            <a:r>
              <a:rPr sz="2350" spc="-190" dirty="0">
                <a:latin typeface="Lucida Sans Unicode"/>
                <a:cs typeface="Lucida Sans Unicode"/>
              </a:rPr>
              <a:t> </a:t>
            </a:r>
            <a:r>
              <a:rPr sz="2350" spc="-55" dirty="0">
                <a:latin typeface="Lucida Sans Unicode"/>
                <a:cs typeface="Lucida Sans Unicode"/>
              </a:rPr>
              <a:t>single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intercepted</a:t>
            </a:r>
            <a:r>
              <a:rPr sz="2350" spc="-50" dirty="0">
                <a:latin typeface="Lucida Sans Unicode"/>
                <a:cs typeface="Lucida Sans Unicode"/>
              </a:rPr>
              <a:t> </a:t>
            </a:r>
            <a:r>
              <a:rPr sz="2350" spc="-30" dirty="0">
                <a:latin typeface="Lucida Sans Unicode"/>
                <a:cs typeface="Lucida Sans Unicode"/>
              </a:rPr>
              <a:t>file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spc="-25" dirty="0">
                <a:latin typeface="Lucida Sans Unicode"/>
                <a:cs typeface="Lucida Sans Unicode"/>
              </a:rPr>
              <a:t>or </a:t>
            </a:r>
            <a:r>
              <a:rPr sz="2350" spc="-55" dirty="0">
                <a:latin typeface="Lucida Sans Unicode"/>
                <a:cs typeface="Lucida Sans Unicode"/>
              </a:rPr>
              <a:t>compromised</a:t>
            </a:r>
            <a:r>
              <a:rPr sz="2350" spc="-130" dirty="0">
                <a:latin typeface="Lucida Sans Unicode"/>
                <a:cs typeface="Lucida Sans Unicode"/>
              </a:rPr>
              <a:t> </a:t>
            </a:r>
            <a:r>
              <a:rPr sz="2350" spc="-25" dirty="0">
                <a:latin typeface="Lucida Sans Unicode"/>
                <a:cs typeface="Lucida Sans Unicode"/>
              </a:rPr>
              <a:t>server</a:t>
            </a:r>
            <a:r>
              <a:rPr sz="2350" spc="-160" dirty="0">
                <a:latin typeface="Lucida Sans Unicode"/>
                <a:cs typeface="Lucida Sans Unicode"/>
              </a:rPr>
              <a:t> </a:t>
            </a:r>
            <a:r>
              <a:rPr sz="2350" spc="-45" dirty="0">
                <a:latin typeface="Lucida Sans Unicode"/>
                <a:cs typeface="Lucida Sans Unicode"/>
              </a:rPr>
              <a:t>still</a:t>
            </a:r>
            <a:r>
              <a:rPr sz="2350" spc="-80" dirty="0">
                <a:latin typeface="Lucida Sans Unicode"/>
                <a:cs typeface="Lucida Sans Unicode"/>
              </a:rPr>
              <a:t> </a:t>
            </a:r>
            <a:r>
              <a:rPr sz="2350" spc="-20" dirty="0">
                <a:latin typeface="Lucida Sans Unicode"/>
                <a:cs typeface="Lucida Sans Unicode"/>
              </a:rPr>
              <a:t>exposes</a:t>
            </a:r>
            <a:r>
              <a:rPr sz="2350" spc="-16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everything</a:t>
            </a:r>
            <a:r>
              <a:rPr sz="2350" spc="-120" dirty="0">
                <a:latin typeface="Lucida Sans Unicode"/>
                <a:cs typeface="Lucida Sans Unicode"/>
              </a:rPr>
              <a:t> </a:t>
            </a:r>
            <a:r>
              <a:rPr sz="2350" spc="-135" dirty="0">
                <a:latin typeface="Lucida Sans Unicode"/>
                <a:cs typeface="Lucida Sans Unicode"/>
              </a:rPr>
              <a:t>in</a:t>
            </a:r>
            <a:r>
              <a:rPr sz="2350" spc="-80" dirty="0">
                <a:latin typeface="Lucida Sans Unicode"/>
                <a:cs typeface="Lucida Sans Unicode"/>
              </a:rPr>
              <a:t> </a:t>
            </a:r>
            <a:r>
              <a:rPr sz="2350" spc="-70" dirty="0">
                <a:latin typeface="Lucida Sans Unicode"/>
                <a:cs typeface="Lucida Sans Unicode"/>
              </a:rPr>
              <a:t>plain</a:t>
            </a:r>
            <a:r>
              <a:rPr sz="2350" spc="-114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sight.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5295899"/>
            <a:ext cx="4819650" cy="2781300"/>
            <a:chOff x="1466849" y="5295899"/>
            <a:chExt cx="4819650" cy="2781300"/>
          </a:xfrm>
        </p:grpSpPr>
        <p:sp>
          <p:nvSpPr>
            <p:cNvPr id="7" name="object 7"/>
            <p:cNvSpPr/>
            <p:nvPr/>
          </p:nvSpPr>
          <p:spPr>
            <a:xfrm>
              <a:off x="1476374" y="5305596"/>
              <a:ext cx="4800600" cy="2762250"/>
            </a:xfrm>
            <a:custGeom>
              <a:avLst/>
              <a:gdLst/>
              <a:ahLst/>
              <a:cxnLst/>
              <a:rect l="l" t="t" r="r" b="b"/>
              <a:pathLst>
                <a:path w="4800600" h="2762250">
                  <a:moveTo>
                    <a:pt x="4664743" y="2761906"/>
                  </a:moveTo>
                  <a:lnTo>
                    <a:pt x="135855" y="2761906"/>
                  </a:lnTo>
                  <a:lnTo>
                    <a:pt x="121919" y="2760533"/>
                  </a:lnTo>
                  <a:lnTo>
                    <a:pt x="81779" y="2748356"/>
                  </a:lnTo>
                  <a:lnTo>
                    <a:pt x="46931" y="2725072"/>
                  </a:lnTo>
                  <a:lnTo>
                    <a:pt x="20321" y="2692648"/>
                  </a:lnTo>
                  <a:lnTo>
                    <a:pt x="4282" y="2653926"/>
                  </a:lnTo>
                  <a:lnTo>
                    <a:pt x="0" y="26192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4664743" y="0"/>
                  </a:lnTo>
                  <a:lnTo>
                    <a:pt x="4678680" y="1372"/>
                  </a:lnTo>
                  <a:lnTo>
                    <a:pt x="4718818" y="13548"/>
                  </a:lnTo>
                  <a:lnTo>
                    <a:pt x="4753667" y="36833"/>
                  </a:lnTo>
                  <a:lnTo>
                    <a:pt x="4780277" y="69257"/>
                  </a:lnTo>
                  <a:lnTo>
                    <a:pt x="4796316" y="107978"/>
                  </a:lnTo>
                  <a:lnTo>
                    <a:pt x="4800428" y="2626222"/>
                  </a:lnTo>
                  <a:lnTo>
                    <a:pt x="4799055" y="2640158"/>
                  </a:lnTo>
                  <a:lnTo>
                    <a:pt x="4786878" y="2680297"/>
                  </a:lnTo>
                  <a:lnTo>
                    <a:pt x="4763593" y="2715145"/>
                  </a:lnTo>
                  <a:lnTo>
                    <a:pt x="4731169" y="2741755"/>
                  </a:lnTo>
                  <a:lnTo>
                    <a:pt x="4692448" y="2757794"/>
                  </a:lnTo>
                  <a:lnTo>
                    <a:pt x="4664743" y="2761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5305424"/>
              <a:ext cx="4800600" cy="2762250"/>
            </a:xfrm>
            <a:custGeom>
              <a:avLst/>
              <a:gdLst/>
              <a:ahLst/>
              <a:cxnLst/>
              <a:rect l="l" t="t" r="r" b="b"/>
              <a:pathLst>
                <a:path w="4800600" h="2762250">
                  <a:moveTo>
                    <a:pt x="0" y="26193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57724" y="0"/>
                  </a:lnTo>
                  <a:lnTo>
                    <a:pt x="4699199" y="6150"/>
                  </a:lnTo>
                  <a:lnTo>
                    <a:pt x="4737101" y="24078"/>
                  </a:lnTo>
                  <a:lnTo>
                    <a:pt x="4768169" y="52234"/>
                  </a:lnTo>
                  <a:lnTo>
                    <a:pt x="4789723" y="88198"/>
                  </a:lnTo>
                  <a:lnTo>
                    <a:pt x="4799913" y="128870"/>
                  </a:lnTo>
                  <a:lnTo>
                    <a:pt x="4800599" y="142874"/>
                  </a:lnTo>
                  <a:lnTo>
                    <a:pt x="4800599" y="2619374"/>
                  </a:lnTo>
                  <a:lnTo>
                    <a:pt x="4794448" y="2660848"/>
                  </a:lnTo>
                  <a:lnTo>
                    <a:pt x="4776520" y="2698750"/>
                  </a:lnTo>
                  <a:lnTo>
                    <a:pt x="4748363" y="2729819"/>
                  </a:lnTo>
                  <a:lnTo>
                    <a:pt x="4712399" y="2751373"/>
                  </a:lnTo>
                  <a:lnTo>
                    <a:pt x="4671728" y="2761562"/>
                  </a:lnTo>
                  <a:lnTo>
                    <a:pt x="4657724" y="2762249"/>
                  </a:lnTo>
                  <a:lnTo>
                    <a:pt x="142874" y="2762249"/>
                  </a:lnTo>
                  <a:lnTo>
                    <a:pt x="101399" y="2756097"/>
                  </a:lnTo>
                  <a:lnTo>
                    <a:pt x="63497" y="2738169"/>
                  </a:lnTo>
                  <a:lnTo>
                    <a:pt x="32429" y="2710014"/>
                  </a:lnTo>
                  <a:lnTo>
                    <a:pt x="10875" y="2674049"/>
                  </a:lnTo>
                  <a:lnTo>
                    <a:pt x="686" y="2633378"/>
                  </a:lnTo>
                  <a:lnTo>
                    <a:pt x="0" y="2619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00634" y="5552642"/>
            <a:ext cx="3054350" cy="2158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50" b="1" spc="-300" dirty="0">
                <a:solidFill>
                  <a:srgbClr val="F75049"/>
                </a:solidFill>
                <a:latin typeface="Arial"/>
                <a:cs typeface="Arial"/>
              </a:rPr>
              <a:t>4.1B</a:t>
            </a:r>
            <a:endParaRPr sz="8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sz="19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Records</a:t>
            </a:r>
            <a:r>
              <a:rPr sz="19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exposed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data</a:t>
            </a:r>
            <a:r>
              <a:rPr sz="155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breaches</a:t>
            </a:r>
            <a:r>
              <a:rPr sz="15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55" dirty="0">
                <a:solidFill>
                  <a:srgbClr val="8B949D"/>
                </a:solidFill>
                <a:latin typeface="Lucida Sans Unicode"/>
                <a:cs typeface="Lucida Sans Unicode"/>
              </a:rPr>
              <a:t>a</a:t>
            </a:r>
            <a:r>
              <a:rPr sz="155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single</a:t>
            </a:r>
            <a:r>
              <a:rPr sz="15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year.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43699" y="5295899"/>
            <a:ext cx="4819650" cy="2781300"/>
            <a:chOff x="6743699" y="5295899"/>
            <a:chExt cx="4819650" cy="2781300"/>
          </a:xfrm>
        </p:grpSpPr>
        <p:sp>
          <p:nvSpPr>
            <p:cNvPr id="11" name="object 11"/>
            <p:cNvSpPr/>
            <p:nvPr/>
          </p:nvSpPr>
          <p:spPr>
            <a:xfrm>
              <a:off x="6753224" y="5305596"/>
              <a:ext cx="4800600" cy="2762250"/>
            </a:xfrm>
            <a:custGeom>
              <a:avLst/>
              <a:gdLst/>
              <a:ahLst/>
              <a:cxnLst/>
              <a:rect l="l" t="t" r="r" b="b"/>
              <a:pathLst>
                <a:path w="4800600" h="2762250">
                  <a:moveTo>
                    <a:pt x="4664743" y="2761906"/>
                  </a:moveTo>
                  <a:lnTo>
                    <a:pt x="135855" y="2761906"/>
                  </a:lnTo>
                  <a:lnTo>
                    <a:pt x="121918" y="2760533"/>
                  </a:lnTo>
                  <a:lnTo>
                    <a:pt x="81778" y="2748356"/>
                  </a:lnTo>
                  <a:lnTo>
                    <a:pt x="46930" y="2725072"/>
                  </a:lnTo>
                  <a:lnTo>
                    <a:pt x="20320" y="2692648"/>
                  </a:lnTo>
                  <a:lnTo>
                    <a:pt x="4281" y="2653926"/>
                  </a:lnTo>
                  <a:lnTo>
                    <a:pt x="0" y="26192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664743" y="0"/>
                  </a:lnTo>
                  <a:lnTo>
                    <a:pt x="4678679" y="1372"/>
                  </a:lnTo>
                  <a:lnTo>
                    <a:pt x="4718818" y="13548"/>
                  </a:lnTo>
                  <a:lnTo>
                    <a:pt x="4753665" y="36833"/>
                  </a:lnTo>
                  <a:lnTo>
                    <a:pt x="4780275" y="69257"/>
                  </a:lnTo>
                  <a:lnTo>
                    <a:pt x="4796315" y="107978"/>
                  </a:lnTo>
                  <a:lnTo>
                    <a:pt x="4800427" y="135684"/>
                  </a:lnTo>
                  <a:lnTo>
                    <a:pt x="4800427" y="2626222"/>
                  </a:lnTo>
                  <a:lnTo>
                    <a:pt x="4792250" y="2667327"/>
                  </a:lnTo>
                  <a:lnTo>
                    <a:pt x="4772476" y="2704319"/>
                  </a:lnTo>
                  <a:lnTo>
                    <a:pt x="4742839" y="2733956"/>
                  </a:lnTo>
                  <a:lnTo>
                    <a:pt x="4705848" y="2753729"/>
                  </a:lnTo>
                  <a:lnTo>
                    <a:pt x="4664743" y="2761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53224" y="5305424"/>
              <a:ext cx="4800600" cy="2762250"/>
            </a:xfrm>
            <a:custGeom>
              <a:avLst/>
              <a:gdLst/>
              <a:ahLst/>
              <a:cxnLst/>
              <a:rect l="l" t="t" r="r" b="b"/>
              <a:pathLst>
                <a:path w="4800600" h="2762250">
                  <a:moveTo>
                    <a:pt x="0" y="26193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57724" y="0"/>
                  </a:lnTo>
                  <a:lnTo>
                    <a:pt x="4699198" y="6150"/>
                  </a:lnTo>
                  <a:lnTo>
                    <a:pt x="4737098" y="24078"/>
                  </a:lnTo>
                  <a:lnTo>
                    <a:pt x="4768168" y="52234"/>
                  </a:lnTo>
                  <a:lnTo>
                    <a:pt x="4789722" y="88198"/>
                  </a:lnTo>
                  <a:lnTo>
                    <a:pt x="4799912" y="128870"/>
                  </a:lnTo>
                  <a:lnTo>
                    <a:pt x="4800599" y="142874"/>
                  </a:lnTo>
                  <a:lnTo>
                    <a:pt x="4800599" y="2619374"/>
                  </a:lnTo>
                  <a:lnTo>
                    <a:pt x="4794447" y="2660848"/>
                  </a:lnTo>
                  <a:lnTo>
                    <a:pt x="4776518" y="2698750"/>
                  </a:lnTo>
                  <a:lnTo>
                    <a:pt x="4748362" y="2729819"/>
                  </a:lnTo>
                  <a:lnTo>
                    <a:pt x="4712399" y="2751373"/>
                  </a:lnTo>
                  <a:lnTo>
                    <a:pt x="4671728" y="2761562"/>
                  </a:lnTo>
                  <a:lnTo>
                    <a:pt x="4657724" y="2762249"/>
                  </a:lnTo>
                  <a:lnTo>
                    <a:pt x="142874" y="2762249"/>
                  </a:lnTo>
                  <a:lnTo>
                    <a:pt x="101399" y="2756097"/>
                  </a:lnTo>
                  <a:lnTo>
                    <a:pt x="63497" y="2738169"/>
                  </a:lnTo>
                  <a:lnTo>
                    <a:pt x="32428" y="2710014"/>
                  </a:lnTo>
                  <a:lnTo>
                    <a:pt x="10874" y="2674049"/>
                  </a:lnTo>
                  <a:lnTo>
                    <a:pt x="685" y="2633378"/>
                  </a:lnTo>
                  <a:lnTo>
                    <a:pt x="0" y="2619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173911" y="5537152"/>
            <a:ext cx="2905760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200" b="1" spc="-20" dirty="0">
                <a:solidFill>
                  <a:srgbClr val="E3B340"/>
                </a:solidFill>
                <a:latin typeface="Arial"/>
                <a:cs typeface="Arial"/>
              </a:rPr>
              <a:t>100%</a:t>
            </a:r>
            <a:endParaRPr sz="8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19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Server</a:t>
            </a:r>
            <a:r>
              <a:rPr sz="19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dirty="0">
                <a:solidFill>
                  <a:srgbClr val="E6ECF2"/>
                </a:solidFill>
                <a:latin typeface="Lucida Sans Unicode"/>
                <a:cs typeface="Lucida Sans Unicode"/>
              </a:rPr>
              <a:t>trust</a:t>
            </a:r>
            <a:r>
              <a:rPr sz="19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required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5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typical</a:t>
            </a:r>
            <a:r>
              <a:rPr sz="1550" spc="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end-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to-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end</a:t>
            </a:r>
            <a:r>
              <a:rPr sz="15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systems.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001499" y="5295899"/>
            <a:ext cx="4819650" cy="2781300"/>
            <a:chOff x="12001499" y="5295899"/>
            <a:chExt cx="4819650" cy="2781300"/>
          </a:xfrm>
        </p:grpSpPr>
        <p:sp>
          <p:nvSpPr>
            <p:cNvPr id="15" name="object 15"/>
            <p:cNvSpPr/>
            <p:nvPr/>
          </p:nvSpPr>
          <p:spPr>
            <a:xfrm>
              <a:off x="12011024" y="5305596"/>
              <a:ext cx="4800600" cy="2762250"/>
            </a:xfrm>
            <a:custGeom>
              <a:avLst/>
              <a:gdLst/>
              <a:ahLst/>
              <a:cxnLst/>
              <a:rect l="l" t="t" r="r" b="b"/>
              <a:pathLst>
                <a:path w="4800600" h="2762250">
                  <a:moveTo>
                    <a:pt x="4664743" y="2761906"/>
                  </a:moveTo>
                  <a:lnTo>
                    <a:pt x="135855" y="2761906"/>
                  </a:lnTo>
                  <a:lnTo>
                    <a:pt x="121918" y="2760533"/>
                  </a:lnTo>
                  <a:lnTo>
                    <a:pt x="81778" y="2748356"/>
                  </a:lnTo>
                  <a:lnTo>
                    <a:pt x="46930" y="2725072"/>
                  </a:lnTo>
                  <a:lnTo>
                    <a:pt x="20320" y="2692648"/>
                  </a:lnTo>
                  <a:lnTo>
                    <a:pt x="4280" y="2653926"/>
                  </a:lnTo>
                  <a:lnTo>
                    <a:pt x="0" y="2619203"/>
                  </a:lnTo>
                  <a:lnTo>
                    <a:pt x="170" y="135684"/>
                  </a:lnTo>
                  <a:lnTo>
                    <a:pt x="8345" y="94577"/>
                  </a:lnTo>
                  <a:lnTo>
                    <a:pt x="28120" y="57585"/>
                  </a:lnTo>
                  <a:lnTo>
                    <a:pt x="57756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664743" y="0"/>
                  </a:lnTo>
                  <a:lnTo>
                    <a:pt x="4678678" y="1372"/>
                  </a:lnTo>
                  <a:lnTo>
                    <a:pt x="4718817" y="13548"/>
                  </a:lnTo>
                  <a:lnTo>
                    <a:pt x="4753665" y="36833"/>
                  </a:lnTo>
                  <a:lnTo>
                    <a:pt x="4780275" y="69257"/>
                  </a:lnTo>
                  <a:lnTo>
                    <a:pt x="4796314" y="107978"/>
                  </a:lnTo>
                  <a:lnTo>
                    <a:pt x="4800427" y="135684"/>
                  </a:lnTo>
                  <a:lnTo>
                    <a:pt x="4800427" y="2626222"/>
                  </a:lnTo>
                  <a:lnTo>
                    <a:pt x="4792249" y="2667327"/>
                  </a:lnTo>
                  <a:lnTo>
                    <a:pt x="4772476" y="2704319"/>
                  </a:lnTo>
                  <a:lnTo>
                    <a:pt x="4742840" y="2733956"/>
                  </a:lnTo>
                  <a:lnTo>
                    <a:pt x="4705847" y="2753729"/>
                  </a:lnTo>
                  <a:lnTo>
                    <a:pt x="4664743" y="2761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11024" y="5305424"/>
              <a:ext cx="4800600" cy="2762250"/>
            </a:xfrm>
            <a:custGeom>
              <a:avLst/>
              <a:gdLst/>
              <a:ahLst/>
              <a:cxnLst/>
              <a:rect l="l" t="t" r="r" b="b"/>
              <a:pathLst>
                <a:path w="4800600" h="2762250">
                  <a:moveTo>
                    <a:pt x="0" y="2619374"/>
                  </a:moveTo>
                  <a:lnTo>
                    <a:pt x="0" y="142874"/>
                  </a:lnTo>
                  <a:lnTo>
                    <a:pt x="170" y="135855"/>
                  </a:lnTo>
                  <a:lnTo>
                    <a:pt x="8345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57724" y="0"/>
                  </a:lnTo>
                  <a:lnTo>
                    <a:pt x="4699197" y="6150"/>
                  </a:lnTo>
                  <a:lnTo>
                    <a:pt x="4737100" y="24078"/>
                  </a:lnTo>
                  <a:lnTo>
                    <a:pt x="4768168" y="52234"/>
                  </a:lnTo>
                  <a:lnTo>
                    <a:pt x="4789722" y="88198"/>
                  </a:lnTo>
                  <a:lnTo>
                    <a:pt x="4799912" y="128870"/>
                  </a:lnTo>
                  <a:lnTo>
                    <a:pt x="4800599" y="142874"/>
                  </a:lnTo>
                  <a:lnTo>
                    <a:pt x="4800599" y="2619374"/>
                  </a:lnTo>
                  <a:lnTo>
                    <a:pt x="4794447" y="2660848"/>
                  </a:lnTo>
                  <a:lnTo>
                    <a:pt x="4776518" y="2698750"/>
                  </a:lnTo>
                  <a:lnTo>
                    <a:pt x="4748362" y="2729819"/>
                  </a:lnTo>
                  <a:lnTo>
                    <a:pt x="4712398" y="2751373"/>
                  </a:lnTo>
                  <a:lnTo>
                    <a:pt x="4671727" y="2761562"/>
                  </a:lnTo>
                  <a:lnTo>
                    <a:pt x="4657724" y="2762249"/>
                  </a:lnTo>
                  <a:lnTo>
                    <a:pt x="142874" y="2762249"/>
                  </a:lnTo>
                  <a:lnTo>
                    <a:pt x="101398" y="2756097"/>
                  </a:lnTo>
                  <a:lnTo>
                    <a:pt x="63496" y="2738169"/>
                  </a:lnTo>
                  <a:lnTo>
                    <a:pt x="32429" y="2710014"/>
                  </a:lnTo>
                  <a:lnTo>
                    <a:pt x="10873" y="2674049"/>
                  </a:lnTo>
                  <a:lnTo>
                    <a:pt x="685" y="2633378"/>
                  </a:lnTo>
                  <a:lnTo>
                    <a:pt x="0" y="2619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446892" y="5537152"/>
            <a:ext cx="2830195" cy="217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200" b="1" spc="-50" dirty="0">
                <a:solidFill>
                  <a:srgbClr val="58A6FF"/>
                </a:solidFill>
                <a:latin typeface="Sitka Text"/>
                <a:cs typeface="Sitka Text"/>
              </a:rPr>
              <a:t>0</a:t>
            </a:r>
            <a:endParaRPr sz="8200">
              <a:latin typeface="Sitka Text"/>
              <a:cs typeface="Sitka Text"/>
            </a:endParaRPr>
          </a:p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19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Useful</a:t>
            </a:r>
            <a:r>
              <a:rPr sz="1950" spc="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dirty="0">
                <a:solidFill>
                  <a:srgbClr val="E6ECF2"/>
                </a:solidFill>
                <a:latin typeface="Lucida Sans Unicode"/>
                <a:cs typeface="Lucida Sans Unicode"/>
              </a:rPr>
              <a:t>data</a:t>
            </a:r>
            <a:r>
              <a:rPr sz="19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125" dirty="0">
                <a:solidFill>
                  <a:srgbClr val="E6ECF2"/>
                </a:solidFill>
                <a:latin typeface="Lucida Sans Unicode"/>
                <a:cs typeface="Lucida Sans Unicode"/>
              </a:rPr>
              <a:t>in</a:t>
            </a:r>
            <a:r>
              <a:rPr sz="19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dirty="0">
                <a:solidFill>
                  <a:srgbClr val="E6ECF2"/>
                </a:solidFill>
                <a:latin typeface="Lucida Sans Unicode"/>
                <a:cs typeface="Lucida Sans Unicode"/>
              </a:rPr>
              <a:t>a</a:t>
            </a:r>
            <a:r>
              <a:rPr sz="1950" spc="-1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share</a:t>
            </a:r>
            <a:endParaRPr sz="1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if</a:t>
            </a:r>
            <a:r>
              <a:rPr sz="15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only</a:t>
            </a: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one</a:t>
            </a:r>
            <a:r>
              <a:rPr sz="15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fragment</a:t>
            </a:r>
            <a:r>
              <a:rPr sz="15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is</a:t>
            </a:r>
            <a:r>
              <a:rPr sz="15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leaked.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8196" y="8420100"/>
            <a:ext cx="1058418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The</a:t>
            </a:r>
            <a:r>
              <a:rPr sz="2050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gap:</a:t>
            </a:r>
            <a:r>
              <a:rPr sz="205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we</a:t>
            </a:r>
            <a:r>
              <a:rPr sz="2050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need</a:t>
            </a:r>
            <a:r>
              <a:rPr sz="205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7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a</a:t>
            </a:r>
            <a:r>
              <a:rPr sz="2050" spc="-17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system</a:t>
            </a:r>
            <a:r>
              <a:rPr sz="2050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where</a:t>
            </a:r>
            <a:r>
              <a:rPr sz="205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intercepting</a:t>
            </a:r>
            <a:r>
              <a:rPr sz="2050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any</a:t>
            </a:r>
            <a:r>
              <a:rPr sz="205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single</a:t>
            </a:r>
            <a:r>
              <a:rPr sz="2050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piece</a:t>
            </a:r>
            <a:r>
              <a:rPr sz="205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reveals</a:t>
            </a:r>
            <a:r>
              <a:rPr sz="2050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nothing</a:t>
            </a:r>
            <a:r>
              <a:rPr sz="2050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at</a:t>
            </a:r>
            <a:r>
              <a:rPr sz="2050" spc="-105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205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 Unicode"/>
                <a:cs typeface="Lucida Sans Unicode"/>
              </a:rPr>
              <a:t>all.</a:t>
            </a:r>
            <a:endParaRPr sz="2050" dirty="0">
              <a:solidFill>
                <a:schemeClr val="tx1">
                  <a:lumMod val="95000"/>
                  <a:lumOff val="5000"/>
                </a:schemeClr>
              </a:solidFill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653603"/>
            <a:ext cx="2813685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0</a:t>
            </a:r>
            <a:r>
              <a:rPr sz="1550" spc="-37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2</a:t>
            </a:r>
            <a:r>
              <a:rPr sz="155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—</a:t>
            </a:r>
            <a:r>
              <a:rPr sz="155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B</a:t>
            </a:r>
            <a:r>
              <a:rPr sz="1550" spc="-36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A</a:t>
            </a:r>
            <a:r>
              <a:rPr sz="1550" spc="-37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C</a:t>
            </a:r>
            <a:r>
              <a:rPr sz="1550" spc="-36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K</a:t>
            </a:r>
            <a:r>
              <a:rPr sz="1550" spc="-37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G</a:t>
            </a:r>
            <a:r>
              <a:rPr sz="1550" spc="-36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R</a:t>
            </a:r>
            <a:r>
              <a:rPr sz="1550" spc="-37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O</a:t>
            </a:r>
            <a:r>
              <a:rPr sz="1550" spc="-36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U</a:t>
            </a:r>
            <a:r>
              <a:rPr sz="1550" spc="-37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N</a:t>
            </a:r>
            <a:r>
              <a:rPr sz="1550" spc="-36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55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D</a:t>
            </a:r>
            <a:endParaRPr sz="1550" dirty="0">
              <a:solidFill>
                <a:schemeClr val="tx1">
                  <a:lumMod val="95000"/>
                  <a:lumOff val="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200" y="2267476"/>
            <a:ext cx="1030859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50" spc="-495" dirty="0"/>
              <a:t>A</a:t>
            </a:r>
            <a:r>
              <a:rPr sz="6850" spc="-894" dirty="0"/>
              <a:t> </a:t>
            </a:r>
            <a:r>
              <a:rPr sz="6850" spc="-65" dirty="0"/>
              <a:t>1994</a:t>
            </a:r>
            <a:r>
              <a:rPr sz="6850" spc="-775" dirty="0"/>
              <a:t> </a:t>
            </a:r>
            <a:r>
              <a:rPr sz="6850" spc="-220" dirty="0"/>
              <a:t>idea,</a:t>
            </a:r>
            <a:r>
              <a:rPr sz="6850" spc="-490" dirty="0"/>
              <a:t> </a:t>
            </a:r>
            <a:r>
              <a:rPr sz="6850" spc="-40" dirty="0"/>
              <a:t>re-</a:t>
            </a:r>
            <a:r>
              <a:rPr sz="6850" spc="-175" dirty="0"/>
              <a:t>engineered</a:t>
            </a:r>
            <a:endParaRPr sz="6850" dirty="0"/>
          </a:p>
        </p:txBody>
      </p:sp>
      <p:sp>
        <p:nvSpPr>
          <p:cNvPr id="5" name="object 5"/>
          <p:cNvSpPr txBox="1"/>
          <p:nvPr/>
        </p:nvSpPr>
        <p:spPr>
          <a:xfrm>
            <a:off x="1449387" y="3308993"/>
            <a:ext cx="11016615" cy="149225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127499"/>
              </a:lnSpc>
              <a:spcBef>
                <a:spcPts val="170"/>
              </a:spcBef>
            </a:pPr>
            <a:r>
              <a:rPr sz="2500" spc="-110" dirty="0">
                <a:latin typeface="Lucida Sans Unicode"/>
                <a:cs typeface="Lucida Sans Unicode"/>
              </a:rPr>
              <a:t>Visual</a:t>
            </a:r>
            <a:r>
              <a:rPr sz="2500" spc="15" dirty="0">
                <a:latin typeface="Lucida Sans Unicode"/>
                <a:cs typeface="Lucida Sans Unicode"/>
              </a:rPr>
              <a:t> </a:t>
            </a:r>
            <a:r>
              <a:rPr sz="2500" spc="-25" dirty="0">
                <a:latin typeface="Lucida Sans Unicode"/>
                <a:cs typeface="Lucida Sans Unicode"/>
              </a:rPr>
              <a:t>Cryptography</a:t>
            </a:r>
            <a:r>
              <a:rPr sz="2500" spc="-80" dirty="0">
                <a:latin typeface="Lucida Sans Unicode"/>
                <a:cs typeface="Lucida Sans Unicode"/>
              </a:rPr>
              <a:t> </a:t>
            </a:r>
            <a:r>
              <a:rPr sz="2500" spc="-25" dirty="0">
                <a:latin typeface="Lucida Sans Unicode"/>
                <a:cs typeface="Lucida Sans Unicode"/>
              </a:rPr>
              <a:t>splits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80" dirty="0">
                <a:latin typeface="Lucida Sans Unicode"/>
                <a:cs typeface="Lucida Sans Unicode"/>
              </a:rPr>
              <a:t>a</a:t>
            </a:r>
            <a:r>
              <a:rPr sz="2500" spc="-229" dirty="0">
                <a:latin typeface="Lucida Sans Unicode"/>
                <a:cs typeface="Lucida Sans Unicode"/>
              </a:rPr>
              <a:t> </a:t>
            </a:r>
            <a:r>
              <a:rPr sz="2500" spc="30" dirty="0">
                <a:latin typeface="Lucida Sans Unicode"/>
                <a:cs typeface="Lucida Sans Unicode"/>
              </a:rPr>
              <a:t>secret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75" dirty="0">
                <a:latin typeface="Lucida Sans Unicode"/>
                <a:cs typeface="Lucida Sans Unicode"/>
              </a:rPr>
              <a:t>image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45" dirty="0">
                <a:latin typeface="Lucida Sans Unicode"/>
                <a:cs typeface="Lucida Sans Unicode"/>
              </a:rPr>
              <a:t>into</a:t>
            </a:r>
            <a:r>
              <a:rPr sz="2500" spc="-145" dirty="0">
                <a:latin typeface="Lucida Sans Unicode"/>
                <a:cs typeface="Lucida Sans Unicode"/>
              </a:rPr>
              <a:t> </a:t>
            </a:r>
            <a:r>
              <a:rPr sz="2500" spc="-30" dirty="0">
                <a:latin typeface="Lucida Sans Unicode"/>
                <a:cs typeface="Lucida Sans Unicode"/>
              </a:rPr>
              <a:t>shares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50" dirty="0">
                <a:latin typeface="Lucida Sans Unicode"/>
                <a:cs typeface="Lucida Sans Unicode"/>
              </a:rPr>
              <a:t>that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40" dirty="0">
                <a:latin typeface="Lucida Sans Unicode"/>
                <a:cs typeface="Lucida Sans Unicode"/>
              </a:rPr>
              <a:t>are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65" dirty="0">
                <a:latin typeface="Lucida Sans Unicode"/>
                <a:cs typeface="Lucida Sans Unicode"/>
              </a:rPr>
              <a:t>individually</a:t>
            </a:r>
            <a:r>
              <a:rPr sz="2500" spc="55" dirty="0">
                <a:latin typeface="Lucida Sans Unicode"/>
                <a:cs typeface="Lucida Sans Unicode"/>
              </a:rPr>
              <a:t> </a:t>
            </a:r>
            <a:r>
              <a:rPr sz="2500" spc="-55" dirty="0">
                <a:latin typeface="Lucida Sans Unicode"/>
                <a:cs typeface="Lucida Sans Unicode"/>
              </a:rPr>
              <a:t>pure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45" dirty="0">
                <a:latin typeface="Lucida Sans Unicode"/>
                <a:cs typeface="Lucida Sans Unicode"/>
              </a:rPr>
              <a:t>noise</a:t>
            </a:r>
            <a:r>
              <a:rPr sz="2500" spc="-220" dirty="0">
                <a:latin typeface="Lucida Sans Unicode"/>
                <a:cs typeface="Lucida Sans Unicode"/>
              </a:rPr>
              <a:t> </a:t>
            </a:r>
            <a:r>
              <a:rPr sz="2500" spc="-300" dirty="0">
                <a:latin typeface="Lucida Sans Unicode"/>
                <a:cs typeface="Lucida Sans Unicode"/>
              </a:rPr>
              <a:t>—</a:t>
            </a:r>
            <a:r>
              <a:rPr sz="2500" spc="-229" dirty="0">
                <a:latin typeface="Lucida Sans Unicode"/>
                <a:cs typeface="Lucida Sans Unicode"/>
              </a:rPr>
              <a:t> </a:t>
            </a:r>
            <a:r>
              <a:rPr sz="2500" spc="45" dirty="0">
                <a:latin typeface="Lucida Sans Unicode"/>
                <a:cs typeface="Lucida Sans Unicode"/>
              </a:rPr>
              <a:t>the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75" dirty="0">
                <a:latin typeface="Lucida Sans Unicode"/>
                <a:cs typeface="Lucida Sans Unicode"/>
              </a:rPr>
              <a:t>image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25" dirty="0">
                <a:latin typeface="Lucida Sans Unicode"/>
                <a:cs typeface="Lucida Sans Unicode"/>
              </a:rPr>
              <a:t>reappears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40" dirty="0">
                <a:latin typeface="Lucida Sans Unicode"/>
                <a:cs typeface="Lucida Sans Unicode"/>
              </a:rPr>
              <a:t>only</a:t>
            </a:r>
            <a:r>
              <a:rPr sz="2500" spc="-80" dirty="0">
                <a:latin typeface="Lucida Sans Unicode"/>
                <a:cs typeface="Lucida Sans Unicode"/>
              </a:rPr>
              <a:t> </a:t>
            </a:r>
            <a:r>
              <a:rPr sz="2500" spc="-40" dirty="0">
                <a:latin typeface="Lucida Sans Unicode"/>
                <a:cs typeface="Lucida Sans Unicode"/>
              </a:rPr>
              <a:t>when</a:t>
            </a:r>
            <a:r>
              <a:rPr sz="2500" spc="-90" dirty="0">
                <a:latin typeface="Lucida Sans Unicode"/>
                <a:cs typeface="Lucida Sans Unicode"/>
              </a:rPr>
              <a:t> </a:t>
            </a:r>
            <a:r>
              <a:rPr sz="2500" spc="45" dirty="0">
                <a:latin typeface="Lucida Sans Unicode"/>
                <a:cs typeface="Lucida Sans Unicode"/>
              </a:rPr>
              <a:t>the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30" dirty="0">
                <a:latin typeface="Lucida Sans Unicode"/>
                <a:cs typeface="Lucida Sans Unicode"/>
              </a:rPr>
              <a:t>shares</a:t>
            </a:r>
            <a:r>
              <a:rPr sz="2500" spc="-150" dirty="0">
                <a:latin typeface="Lucida Sans Unicode"/>
                <a:cs typeface="Lucida Sans Unicode"/>
              </a:rPr>
              <a:t> </a:t>
            </a:r>
            <a:r>
              <a:rPr sz="2500" spc="-75" dirty="0">
                <a:latin typeface="Lucida Sans Unicode"/>
                <a:cs typeface="Lucida Sans Unicode"/>
              </a:rPr>
              <a:t>combine,</a:t>
            </a:r>
            <a:r>
              <a:rPr sz="2500" spc="-140" dirty="0">
                <a:latin typeface="Lucida Sans Unicode"/>
                <a:cs typeface="Lucida Sans Unicode"/>
              </a:rPr>
              <a:t> </a:t>
            </a:r>
            <a:r>
              <a:rPr sz="2500" spc="-25" dirty="0">
                <a:latin typeface="Lucida Sans Unicode"/>
                <a:cs typeface="Lucida Sans Unicode"/>
              </a:rPr>
              <a:t>with</a:t>
            </a:r>
            <a:r>
              <a:rPr sz="2500" spc="-90" dirty="0">
                <a:latin typeface="Lucida Sans Unicode"/>
                <a:cs typeface="Lucida Sans Unicode"/>
              </a:rPr>
              <a:t> </a:t>
            </a:r>
            <a:r>
              <a:rPr sz="2500" spc="-65" dirty="0">
                <a:latin typeface="Lucida Sans Unicode"/>
                <a:cs typeface="Lucida Sans Unicode"/>
              </a:rPr>
              <a:t>no</a:t>
            </a:r>
            <a:r>
              <a:rPr sz="2500" spc="-35" dirty="0">
                <a:latin typeface="Lucida Sans Unicode"/>
                <a:cs typeface="Lucida Sans Unicode"/>
              </a:rPr>
              <a:t> </a:t>
            </a:r>
            <a:r>
              <a:rPr sz="2500" spc="5" dirty="0">
                <a:latin typeface="Lucida Sans Unicode"/>
                <a:cs typeface="Lucida Sans Unicode"/>
              </a:rPr>
              <a:t>decryption</a:t>
            </a:r>
            <a:r>
              <a:rPr sz="2500" spc="-90" dirty="0">
                <a:latin typeface="Lucida Sans Unicode"/>
                <a:cs typeface="Lucida Sans Unicode"/>
              </a:rPr>
              <a:t> </a:t>
            </a:r>
            <a:r>
              <a:rPr sz="2500" spc="-35" dirty="0">
                <a:latin typeface="Lucida Sans Unicode"/>
                <a:cs typeface="Lucida Sans Unicode"/>
              </a:rPr>
              <a:t>key</a:t>
            </a:r>
            <a:r>
              <a:rPr sz="2500" spc="-80" dirty="0">
                <a:latin typeface="Lucida Sans Unicode"/>
                <a:cs typeface="Lucida Sans Unicode"/>
              </a:rPr>
              <a:t> </a:t>
            </a:r>
            <a:r>
              <a:rPr sz="2500" spc="-90" dirty="0">
                <a:latin typeface="Lucida Sans Unicode"/>
                <a:cs typeface="Lucida Sans Unicode"/>
              </a:rPr>
              <a:t>required.</a:t>
            </a:r>
            <a:endParaRPr sz="250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5105399"/>
            <a:ext cx="4838700" cy="2743200"/>
            <a:chOff x="1466849" y="5105399"/>
            <a:chExt cx="4838700" cy="2743200"/>
          </a:xfrm>
        </p:grpSpPr>
        <p:sp>
          <p:nvSpPr>
            <p:cNvPr id="7" name="object 7"/>
            <p:cNvSpPr/>
            <p:nvPr/>
          </p:nvSpPr>
          <p:spPr>
            <a:xfrm>
              <a:off x="1476374" y="5115096"/>
              <a:ext cx="4819650" cy="2724150"/>
            </a:xfrm>
            <a:custGeom>
              <a:avLst/>
              <a:gdLst/>
              <a:ahLst/>
              <a:cxnLst/>
              <a:rect l="l" t="t" r="r" b="b"/>
              <a:pathLst>
                <a:path w="4819650" h="2724150">
                  <a:moveTo>
                    <a:pt x="4683793" y="2723806"/>
                  </a:moveTo>
                  <a:lnTo>
                    <a:pt x="135855" y="2723806"/>
                  </a:lnTo>
                  <a:lnTo>
                    <a:pt x="94749" y="2715628"/>
                  </a:lnTo>
                  <a:lnTo>
                    <a:pt x="57756" y="2695856"/>
                  </a:lnTo>
                  <a:lnTo>
                    <a:pt x="28121" y="2666219"/>
                  </a:lnTo>
                  <a:lnTo>
                    <a:pt x="8348" y="2629227"/>
                  </a:lnTo>
                  <a:lnTo>
                    <a:pt x="171" y="2588121"/>
                  </a:lnTo>
                  <a:lnTo>
                    <a:pt x="0" y="25811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4683793" y="0"/>
                  </a:lnTo>
                  <a:lnTo>
                    <a:pt x="4697729" y="1372"/>
                  </a:lnTo>
                  <a:lnTo>
                    <a:pt x="4737868" y="13547"/>
                  </a:lnTo>
                  <a:lnTo>
                    <a:pt x="4772717" y="36833"/>
                  </a:lnTo>
                  <a:lnTo>
                    <a:pt x="4799327" y="69256"/>
                  </a:lnTo>
                  <a:lnTo>
                    <a:pt x="4815365" y="107978"/>
                  </a:lnTo>
                  <a:lnTo>
                    <a:pt x="4819477" y="2588121"/>
                  </a:lnTo>
                  <a:lnTo>
                    <a:pt x="4818104" y="2602057"/>
                  </a:lnTo>
                  <a:lnTo>
                    <a:pt x="4805928" y="2642197"/>
                  </a:lnTo>
                  <a:lnTo>
                    <a:pt x="4782643" y="2677045"/>
                  </a:lnTo>
                  <a:lnTo>
                    <a:pt x="4750219" y="2703655"/>
                  </a:lnTo>
                  <a:lnTo>
                    <a:pt x="4711497" y="2719694"/>
                  </a:lnTo>
                  <a:lnTo>
                    <a:pt x="4683793" y="2723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5114924"/>
              <a:ext cx="4819650" cy="2724150"/>
            </a:xfrm>
            <a:custGeom>
              <a:avLst/>
              <a:gdLst/>
              <a:ahLst/>
              <a:cxnLst/>
              <a:rect l="l" t="t" r="r" b="b"/>
              <a:pathLst>
                <a:path w="4819650" h="2724150">
                  <a:moveTo>
                    <a:pt x="0" y="25812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76774" y="0"/>
                  </a:lnTo>
                  <a:lnTo>
                    <a:pt x="4718248" y="6150"/>
                  </a:lnTo>
                  <a:lnTo>
                    <a:pt x="4756150" y="24078"/>
                  </a:lnTo>
                  <a:lnTo>
                    <a:pt x="4787219" y="52234"/>
                  </a:lnTo>
                  <a:lnTo>
                    <a:pt x="4808773" y="88198"/>
                  </a:lnTo>
                  <a:lnTo>
                    <a:pt x="4818962" y="128870"/>
                  </a:lnTo>
                  <a:lnTo>
                    <a:pt x="4819649" y="142874"/>
                  </a:lnTo>
                  <a:lnTo>
                    <a:pt x="4819649" y="2581274"/>
                  </a:lnTo>
                  <a:lnTo>
                    <a:pt x="4813498" y="2622748"/>
                  </a:lnTo>
                  <a:lnTo>
                    <a:pt x="4795569" y="2660650"/>
                  </a:lnTo>
                  <a:lnTo>
                    <a:pt x="4767413" y="2691719"/>
                  </a:lnTo>
                  <a:lnTo>
                    <a:pt x="4731449" y="2713273"/>
                  </a:lnTo>
                  <a:lnTo>
                    <a:pt x="4690778" y="2723463"/>
                  </a:lnTo>
                  <a:lnTo>
                    <a:pt x="4676774" y="2724149"/>
                  </a:lnTo>
                  <a:lnTo>
                    <a:pt x="142874" y="2724149"/>
                  </a:lnTo>
                  <a:lnTo>
                    <a:pt x="101399" y="2717997"/>
                  </a:lnTo>
                  <a:lnTo>
                    <a:pt x="63497" y="2700069"/>
                  </a:lnTo>
                  <a:lnTo>
                    <a:pt x="32429" y="2671913"/>
                  </a:lnTo>
                  <a:lnTo>
                    <a:pt x="10875" y="2635949"/>
                  </a:lnTo>
                  <a:lnTo>
                    <a:pt x="686" y="2595278"/>
                  </a:lnTo>
                  <a:lnTo>
                    <a:pt x="0" y="2581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3839" y="5462269"/>
            <a:ext cx="106743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K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Y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L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S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8A6FF"/>
                </a:solidFill>
                <a:latin typeface="Courier New"/>
                <a:cs typeface="Courier New"/>
              </a:rPr>
              <a:t>S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838" y="5933325"/>
            <a:ext cx="225933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No</a:t>
            </a:r>
            <a:r>
              <a:rPr sz="23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E6ECF2"/>
                </a:solidFill>
                <a:latin typeface="Lucida Sans Unicode"/>
                <a:cs typeface="Lucida Sans Unicode"/>
              </a:rPr>
              <a:t>keys</a:t>
            </a:r>
            <a:r>
              <a:rPr sz="23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E6ECF2"/>
                </a:solidFill>
                <a:latin typeface="Lucida Sans Unicode"/>
                <a:cs typeface="Lucida Sans Unicode"/>
              </a:rPr>
              <a:t>to</a:t>
            </a:r>
            <a:r>
              <a:rPr sz="23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steal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3838" y="6509508"/>
            <a:ext cx="3968115" cy="10922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70"/>
              </a:spcBef>
            </a:pP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Security</a:t>
            </a:r>
            <a:r>
              <a:rPr sz="1750" spc="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is</a:t>
            </a:r>
            <a:r>
              <a:rPr sz="1750" spc="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information-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theoretic,</a:t>
            </a:r>
            <a:r>
              <a:rPr sz="1750" spc="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not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computational</a:t>
            </a:r>
            <a:r>
              <a:rPr sz="17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0" dirty="0">
                <a:solidFill>
                  <a:srgbClr val="8B949D"/>
                </a:solidFill>
                <a:latin typeface="Lucida Sans Unicode"/>
                <a:cs typeface="Lucida Sans Unicode"/>
              </a:rPr>
              <a:t>—</a:t>
            </a:r>
            <a:r>
              <a:rPr sz="1750" spc="-1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there</a:t>
            </a:r>
            <a:r>
              <a:rPr sz="175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is</a:t>
            </a:r>
            <a:r>
              <a:rPr sz="17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no</a:t>
            </a:r>
            <a:r>
              <a:rPr sz="17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key</a:t>
            </a:r>
            <a:r>
              <a:rPr sz="17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to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crack</a:t>
            </a:r>
            <a:r>
              <a:rPr sz="17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or</a:t>
            </a:r>
            <a:r>
              <a:rPr sz="17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leak.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24649" y="5105399"/>
            <a:ext cx="4838700" cy="2743200"/>
            <a:chOff x="6724649" y="5105399"/>
            <a:chExt cx="4838700" cy="2743200"/>
          </a:xfrm>
        </p:grpSpPr>
        <p:sp>
          <p:nvSpPr>
            <p:cNvPr id="13" name="object 13"/>
            <p:cNvSpPr/>
            <p:nvPr/>
          </p:nvSpPr>
          <p:spPr>
            <a:xfrm>
              <a:off x="6734174" y="5115096"/>
              <a:ext cx="4819650" cy="2724150"/>
            </a:xfrm>
            <a:custGeom>
              <a:avLst/>
              <a:gdLst/>
              <a:ahLst/>
              <a:cxnLst/>
              <a:rect l="l" t="t" r="r" b="b"/>
              <a:pathLst>
                <a:path w="4819650" h="2724150">
                  <a:moveTo>
                    <a:pt x="4683793" y="2723806"/>
                  </a:moveTo>
                  <a:lnTo>
                    <a:pt x="135855" y="2723806"/>
                  </a:lnTo>
                  <a:lnTo>
                    <a:pt x="94748" y="2715628"/>
                  </a:lnTo>
                  <a:lnTo>
                    <a:pt x="57756" y="2695856"/>
                  </a:lnTo>
                  <a:lnTo>
                    <a:pt x="28120" y="2666219"/>
                  </a:lnTo>
                  <a:lnTo>
                    <a:pt x="8347" y="2629227"/>
                  </a:lnTo>
                  <a:lnTo>
                    <a:pt x="171" y="2588121"/>
                  </a:lnTo>
                  <a:lnTo>
                    <a:pt x="0" y="25811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4"/>
                  </a:lnTo>
                  <a:lnTo>
                    <a:pt x="57756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683793" y="0"/>
                  </a:lnTo>
                  <a:lnTo>
                    <a:pt x="4697729" y="1372"/>
                  </a:lnTo>
                  <a:lnTo>
                    <a:pt x="4737868" y="13547"/>
                  </a:lnTo>
                  <a:lnTo>
                    <a:pt x="4772715" y="36833"/>
                  </a:lnTo>
                  <a:lnTo>
                    <a:pt x="4799325" y="69256"/>
                  </a:lnTo>
                  <a:lnTo>
                    <a:pt x="4815365" y="107978"/>
                  </a:lnTo>
                  <a:lnTo>
                    <a:pt x="4819477" y="135684"/>
                  </a:lnTo>
                  <a:lnTo>
                    <a:pt x="4819477" y="2588121"/>
                  </a:lnTo>
                  <a:lnTo>
                    <a:pt x="4811300" y="2629227"/>
                  </a:lnTo>
                  <a:lnTo>
                    <a:pt x="4791526" y="2666219"/>
                  </a:lnTo>
                  <a:lnTo>
                    <a:pt x="4761889" y="2695856"/>
                  </a:lnTo>
                  <a:lnTo>
                    <a:pt x="4724898" y="2715629"/>
                  </a:lnTo>
                  <a:lnTo>
                    <a:pt x="4683793" y="2723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34174" y="5114924"/>
              <a:ext cx="4819650" cy="2724150"/>
            </a:xfrm>
            <a:custGeom>
              <a:avLst/>
              <a:gdLst/>
              <a:ahLst/>
              <a:cxnLst/>
              <a:rect l="l" t="t" r="r" b="b"/>
              <a:pathLst>
                <a:path w="4819650" h="2724150">
                  <a:moveTo>
                    <a:pt x="0" y="25812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76774" y="0"/>
                  </a:lnTo>
                  <a:lnTo>
                    <a:pt x="4718247" y="6150"/>
                  </a:lnTo>
                  <a:lnTo>
                    <a:pt x="4756148" y="24078"/>
                  </a:lnTo>
                  <a:lnTo>
                    <a:pt x="4787218" y="52234"/>
                  </a:lnTo>
                  <a:lnTo>
                    <a:pt x="4808772" y="88198"/>
                  </a:lnTo>
                  <a:lnTo>
                    <a:pt x="4818962" y="128870"/>
                  </a:lnTo>
                  <a:lnTo>
                    <a:pt x="4819649" y="142874"/>
                  </a:lnTo>
                  <a:lnTo>
                    <a:pt x="4819649" y="2581274"/>
                  </a:lnTo>
                  <a:lnTo>
                    <a:pt x="4813497" y="2622748"/>
                  </a:lnTo>
                  <a:lnTo>
                    <a:pt x="4795568" y="2660650"/>
                  </a:lnTo>
                  <a:lnTo>
                    <a:pt x="4767412" y="2691719"/>
                  </a:lnTo>
                  <a:lnTo>
                    <a:pt x="4731449" y="2713273"/>
                  </a:lnTo>
                  <a:lnTo>
                    <a:pt x="4690778" y="2723463"/>
                  </a:lnTo>
                  <a:lnTo>
                    <a:pt x="4676774" y="2724149"/>
                  </a:lnTo>
                  <a:lnTo>
                    <a:pt x="142874" y="2724149"/>
                  </a:lnTo>
                  <a:lnTo>
                    <a:pt x="101399" y="2717997"/>
                  </a:lnTo>
                  <a:lnTo>
                    <a:pt x="63496" y="2700069"/>
                  </a:lnTo>
                  <a:lnTo>
                    <a:pt x="32429" y="2671913"/>
                  </a:lnTo>
                  <a:lnTo>
                    <a:pt x="10874" y="2635949"/>
                  </a:lnTo>
                  <a:lnTo>
                    <a:pt x="686" y="2595278"/>
                  </a:lnTo>
                  <a:lnTo>
                    <a:pt x="0" y="2581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78662" y="5462269"/>
            <a:ext cx="184467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F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U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U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-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F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78661" y="5933325"/>
            <a:ext cx="270192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Quantum-</a:t>
            </a:r>
            <a:r>
              <a:rPr sz="23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resistant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8661" y="6509508"/>
            <a:ext cx="3882390" cy="10922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70"/>
              </a:spcBef>
            </a:pPr>
            <a:r>
              <a:rPr sz="17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Unlike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AES</a:t>
            </a:r>
            <a:r>
              <a:rPr sz="17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or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RSA,</a:t>
            </a:r>
            <a:r>
              <a:rPr sz="17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secrecy</a:t>
            </a:r>
            <a:r>
              <a:rPr sz="1750" spc="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does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not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rely</a:t>
            </a:r>
            <a:r>
              <a:rPr sz="1750" spc="-1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on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computational</a:t>
            </a:r>
            <a:r>
              <a:rPr sz="17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hardness</a:t>
            </a:r>
            <a:r>
              <a:rPr sz="1750" spc="-114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that </a:t>
            </a:r>
            <a:r>
              <a:rPr sz="17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quantum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computers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threaten.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982449" y="5105399"/>
            <a:ext cx="4838700" cy="2743200"/>
            <a:chOff x="11982449" y="5105399"/>
            <a:chExt cx="4838700" cy="2743200"/>
          </a:xfrm>
        </p:grpSpPr>
        <p:sp>
          <p:nvSpPr>
            <p:cNvPr id="19" name="object 19"/>
            <p:cNvSpPr/>
            <p:nvPr/>
          </p:nvSpPr>
          <p:spPr>
            <a:xfrm>
              <a:off x="11991974" y="5115096"/>
              <a:ext cx="4819650" cy="2724150"/>
            </a:xfrm>
            <a:custGeom>
              <a:avLst/>
              <a:gdLst/>
              <a:ahLst/>
              <a:cxnLst/>
              <a:rect l="l" t="t" r="r" b="b"/>
              <a:pathLst>
                <a:path w="4819650" h="2724150">
                  <a:moveTo>
                    <a:pt x="4683793" y="2723806"/>
                  </a:moveTo>
                  <a:lnTo>
                    <a:pt x="135855" y="2723806"/>
                  </a:lnTo>
                  <a:lnTo>
                    <a:pt x="94748" y="2715628"/>
                  </a:lnTo>
                  <a:lnTo>
                    <a:pt x="57756" y="2695856"/>
                  </a:lnTo>
                  <a:lnTo>
                    <a:pt x="28120" y="2666219"/>
                  </a:lnTo>
                  <a:lnTo>
                    <a:pt x="8347" y="2629227"/>
                  </a:lnTo>
                  <a:lnTo>
                    <a:pt x="170" y="2588121"/>
                  </a:lnTo>
                  <a:lnTo>
                    <a:pt x="0" y="2581103"/>
                  </a:lnTo>
                  <a:lnTo>
                    <a:pt x="170" y="135684"/>
                  </a:lnTo>
                  <a:lnTo>
                    <a:pt x="8347" y="94577"/>
                  </a:lnTo>
                  <a:lnTo>
                    <a:pt x="28120" y="57584"/>
                  </a:lnTo>
                  <a:lnTo>
                    <a:pt x="57756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683793" y="0"/>
                  </a:lnTo>
                  <a:lnTo>
                    <a:pt x="4697728" y="1372"/>
                  </a:lnTo>
                  <a:lnTo>
                    <a:pt x="4737867" y="13547"/>
                  </a:lnTo>
                  <a:lnTo>
                    <a:pt x="4772715" y="36833"/>
                  </a:lnTo>
                  <a:lnTo>
                    <a:pt x="4799325" y="69256"/>
                  </a:lnTo>
                  <a:lnTo>
                    <a:pt x="4815364" y="107978"/>
                  </a:lnTo>
                  <a:lnTo>
                    <a:pt x="4819477" y="135684"/>
                  </a:lnTo>
                  <a:lnTo>
                    <a:pt x="4819477" y="2588121"/>
                  </a:lnTo>
                  <a:lnTo>
                    <a:pt x="4811299" y="2629227"/>
                  </a:lnTo>
                  <a:lnTo>
                    <a:pt x="4791526" y="2666219"/>
                  </a:lnTo>
                  <a:lnTo>
                    <a:pt x="4761890" y="2695856"/>
                  </a:lnTo>
                  <a:lnTo>
                    <a:pt x="4724897" y="2715629"/>
                  </a:lnTo>
                  <a:lnTo>
                    <a:pt x="4683793" y="2723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991974" y="5114924"/>
              <a:ext cx="4819650" cy="2724150"/>
            </a:xfrm>
            <a:custGeom>
              <a:avLst/>
              <a:gdLst/>
              <a:ahLst/>
              <a:cxnLst/>
              <a:rect l="l" t="t" r="r" b="b"/>
              <a:pathLst>
                <a:path w="4819650" h="2724150">
                  <a:moveTo>
                    <a:pt x="0" y="2581274"/>
                  </a:moveTo>
                  <a:lnTo>
                    <a:pt x="0" y="142874"/>
                  </a:lnTo>
                  <a:lnTo>
                    <a:pt x="170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76774" y="0"/>
                  </a:lnTo>
                  <a:lnTo>
                    <a:pt x="4718247" y="6150"/>
                  </a:lnTo>
                  <a:lnTo>
                    <a:pt x="4756150" y="24078"/>
                  </a:lnTo>
                  <a:lnTo>
                    <a:pt x="4787218" y="52234"/>
                  </a:lnTo>
                  <a:lnTo>
                    <a:pt x="4808772" y="88198"/>
                  </a:lnTo>
                  <a:lnTo>
                    <a:pt x="4818962" y="128870"/>
                  </a:lnTo>
                  <a:lnTo>
                    <a:pt x="4819649" y="142874"/>
                  </a:lnTo>
                  <a:lnTo>
                    <a:pt x="4819649" y="2581274"/>
                  </a:lnTo>
                  <a:lnTo>
                    <a:pt x="4813497" y="2622748"/>
                  </a:lnTo>
                  <a:lnTo>
                    <a:pt x="4795568" y="2660650"/>
                  </a:lnTo>
                  <a:lnTo>
                    <a:pt x="4767412" y="2691719"/>
                  </a:lnTo>
                  <a:lnTo>
                    <a:pt x="4731448" y="2713273"/>
                  </a:lnTo>
                  <a:lnTo>
                    <a:pt x="4690777" y="2723463"/>
                  </a:lnTo>
                  <a:lnTo>
                    <a:pt x="4676774" y="2724149"/>
                  </a:lnTo>
                  <a:lnTo>
                    <a:pt x="142874" y="2724149"/>
                  </a:lnTo>
                  <a:lnTo>
                    <a:pt x="101399" y="2717997"/>
                  </a:lnTo>
                  <a:lnTo>
                    <a:pt x="63497" y="2700069"/>
                  </a:lnTo>
                  <a:lnTo>
                    <a:pt x="32429" y="2671913"/>
                  </a:lnTo>
                  <a:lnTo>
                    <a:pt x="10874" y="2635949"/>
                  </a:lnTo>
                  <a:lnTo>
                    <a:pt x="685" y="2595278"/>
                  </a:lnTo>
                  <a:lnTo>
                    <a:pt x="0" y="2581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333187" y="5462269"/>
            <a:ext cx="1656714" cy="859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T</a:t>
            </a:r>
            <a:r>
              <a:rPr sz="1400" spc="-47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H</a:t>
            </a:r>
            <a:r>
              <a:rPr sz="1400" spc="-470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E</a:t>
            </a:r>
            <a:r>
              <a:rPr sz="1400" spc="-20" dirty="0">
                <a:solidFill>
                  <a:srgbClr val="E3B340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G</a:t>
            </a:r>
            <a:r>
              <a:rPr sz="1400" spc="-46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A</a:t>
            </a:r>
            <a:r>
              <a:rPr sz="1400" spc="-470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E3B340"/>
                </a:solidFill>
                <a:latin typeface="Courier New"/>
                <a:cs typeface="Courier New"/>
              </a:rPr>
              <a:t>P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Quality</a:t>
            </a:r>
            <a:r>
              <a:rPr sz="2350" spc="-13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loss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33188" y="6509508"/>
            <a:ext cx="3743960" cy="10922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70"/>
              </a:spcBef>
            </a:pPr>
            <a:r>
              <a:rPr sz="17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Classical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VC</a:t>
            </a:r>
            <a:r>
              <a:rPr sz="1750" spc="-114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suffers</a:t>
            </a:r>
            <a:r>
              <a:rPr sz="17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pixel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expansion and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degraded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output</a:t>
            </a:r>
            <a:r>
              <a:rPr sz="1750" spc="-1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0" dirty="0">
                <a:solidFill>
                  <a:srgbClr val="8B949D"/>
                </a:solidFill>
                <a:latin typeface="Lucida Sans Unicode"/>
                <a:cs typeface="Lucida Sans Unicode"/>
              </a:rPr>
              <a:t>—</a:t>
            </a:r>
            <a:r>
              <a:rPr sz="1750" spc="-1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Reveal-</a:t>
            </a:r>
            <a:r>
              <a:rPr sz="17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X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closes</a:t>
            </a:r>
            <a:r>
              <a:rPr sz="17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that</a:t>
            </a:r>
            <a:r>
              <a:rPr sz="17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gap</a:t>
            </a:r>
            <a:r>
              <a:rPr sz="17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17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AI.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9387" y="8322436"/>
            <a:ext cx="8142605" cy="27635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Courier New"/>
                <a:cs typeface="Courier New"/>
              </a:rPr>
              <a:t>Source:</a:t>
            </a:r>
            <a:r>
              <a:rPr sz="1700" spc="-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Naor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&amp;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Shamir,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“Visual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Cryptography”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—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EUROCRYPT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1994.</a:t>
            </a:r>
            <a:endParaRPr sz="17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378269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300" dirty="0">
                <a:latin typeface="Courier New"/>
                <a:cs typeface="Courier New"/>
              </a:rPr>
              <a:t>0 3  —  A I M S  &amp;  O B J E C T I V E S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754643"/>
            <a:ext cx="1645920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Aims &amp; 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2628900"/>
            <a:ext cx="638238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Lucida Sans Unicode"/>
                <a:cs typeface="Lucida Sans Unicode"/>
              </a:rPr>
              <a:t>What</a:t>
            </a:r>
            <a:r>
              <a:rPr sz="2350" spc="-80" dirty="0">
                <a:latin typeface="Lucida Sans Unicode"/>
                <a:cs typeface="Lucida Sans Unicode"/>
              </a:rPr>
              <a:t> </a:t>
            </a:r>
            <a:r>
              <a:rPr sz="2350" spc="-90" dirty="0">
                <a:latin typeface="Lucida Sans Unicode"/>
                <a:cs typeface="Lucida Sans Unicode"/>
              </a:rPr>
              <a:t>Reveal-</a:t>
            </a:r>
            <a:r>
              <a:rPr sz="2350" dirty="0">
                <a:latin typeface="Lucida Sans Unicode"/>
                <a:cs typeface="Lucida Sans Unicode"/>
              </a:rPr>
              <a:t>X</a:t>
            </a:r>
            <a:r>
              <a:rPr sz="2350" spc="-16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sets</a:t>
            </a:r>
            <a:r>
              <a:rPr sz="2350" spc="-7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out</a:t>
            </a:r>
            <a:r>
              <a:rPr sz="2350" spc="-7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to</a:t>
            </a:r>
            <a:r>
              <a:rPr sz="2350" spc="-75" dirty="0">
                <a:latin typeface="Lucida Sans Unicode"/>
                <a:cs typeface="Lucida Sans Unicode"/>
              </a:rPr>
              <a:t> </a:t>
            </a:r>
            <a:r>
              <a:rPr sz="2350" spc="-45" dirty="0">
                <a:latin typeface="Lucida Sans Unicode"/>
                <a:cs typeface="Lucida Sans Unicode"/>
              </a:rPr>
              <a:t>prove</a:t>
            </a:r>
            <a:r>
              <a:rPr sz="2350" spc="-75" dirty="0">
                <a:latin typeface="Lucida Sans Unicode"/>
                <a:cs typeface="Lucida Sans Unicode"/>
              </a:rPr>
              <a:t> </a:t>
            </a:r>
            <a:r>
              <a:rPr sz="2350" spc="-135" dirty="0">
                <a:latin typeface="Lucida Sans Unicode"/>
                <a:cs typeface="Lucida Sans Unicode"/>
              </a:rPr>
              <a:t>in</a:t>
            </a:r>
            <a:r>
              <a:rPr sz="2350" spc="-1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FYP</a:t>
            </a:r>
            <a:r>
              <a:rPr sz="2350" spc="-13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Part</a:t>
            </a:r>
            <a:r>
              <a:rPr sz="2350" spc="-80" dirty="0">
                <a:latin typeface="Lucida Sans Unicode"/>
                <a:cs typeface="Lucida Sans Unicode"/>
              </a:rPr>
              <a:t> </a:t>
            </a:r>
            <a:r>
              <a:rPr sz="2350" spc="-425" dirty="0">
                <a:latin typeface="Lucida Sans Unicode"/>
                <a:cs typeface="Lucida Sans Unicode"/>
              </a:rPr>
              <a:t>1.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3629774"/>
            <a:ext cx="15354300" cy="1143000"/>
            <a:chOff x="1466849" y="4076699"/>
            <a:chExt cx="15354300" cy="1143000"/>
          </a:xfrm>
        </p:grpSpPr>
        <p:sp>
          <p:nvSpPr>
            <p:cNvPr id="7" name="object 7"/>
            <p:cNvSpPr/>
            <p:nvPr/>
          </p:nvSpPr>
          <p:spPr>
            <a:xfrm>
              <a:off x="1476374" y="4086396"/>
              <a:ext cx="15335250" cy="1123950"/>
            </a:xfrm>
            <a:custGeom>
              <a:avLst/>
              <a:gdLst/>
              <a:ahLst/>
              <a:cxnLst/>
              <a:rect l="l" t="t" r="r" b="b"/>
              <a:pathLst>
                <a:path w="15335250" h="1123950">
                  <a:moveTo>
                    <a:pt x="15199392" y="1123606"/>
                  </a:moveTo>
                  <a:lnTo>
                    <a:pt x="135855" y="1123606"/>
                  </a:lnTo>
                  <a:lnTo>
                    <a:pt x="121919" y="1122233"/>
                  </a:lnTo>
                  <a:lnTo>
                    <a:pt x="81779" y="1110057"/>
                  </a:lnTo>
                  <a:lnTo>
                    <a:pt x="46931" y="1086772"/>
                  </a:lnTo>
                  <a:lnTo>
                    <a:pt x="20321" y="1054348"/>
                  </a:lnTo>
                  <a:lnTo>
                    <a:pt x="4282" y="1015627"/>
                  </a:lnTo>
                  <a:lnTo>
                    <a:pt x="0" y="9809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15199392" y="0"/>
                  </a:lnTo>
                  <a:lnTo>
                    <a:pt x="15240496" y="8176"/>
                  </a:lnTo>
                  <a:lnTo>
                    <a:pt x="15277489" y="27948"/>
                  </a:lnTo>
                  <a:lnTo>
                    <a:pt x="15307125" y="57585"/>
                  </a:lnTo>
                  <a:lnTo>
                    <a:pt x="15326898" y="94577"/>
                  </a:lnTo>
                  <a:lnTo>
                    <a:pt x="15335076" y="135684"/>
                  </a:lnTo>
                  <a:lnTo>
                    <a:pt x="15335076" y="987922"/>
                  </a:lnTo>
                  <a:lnTo>
                    <a:pt x="15326898" y="1029028"/>
                  </a:lnTo>
                  <a:lnTo>
                    <a:pt x="15307125" y="1066020"/>
                  </a:lnTo>
                  <a:lnTo>
                    <a:pt x="15277489" y="1095657"/>
                  </a:lnTo>
                  <a:lnTo>
                    <a:pt x="15240496" y="1115429"/>
                  </a:lnTo>
                  <a:lnTo>
                    <a:pt x="15199392" y="11236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4086224"/>
              <a:ext cx="15335250" cy="1123950"/>
            </a:xfrm>
            <a:custGeom>
              <a:avLst/>
              <a:gdLst/>
              <a:ahLst/>
              <a:cxnLst/>
              <a:rect l="l" t="t" r="r" b="b"/>
              <a:pathLst>
                <a:path w="15335250" h="1123950">
                  <a:moveTo>
                    <a:pt x="0" y="9810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192373" y="0"/>
                  </a:lnTo>
                  <a:lnTo>
                    <a:pt x="15233846" y="6150"/>
                  </a:lnTo>
                  <a:lnTo>
                    <a:pt x="15271749" y="24078"/>
                  </a:lnTo>
                  <a:lnTo>
                    <a:pt x="15302817" y="52234"/>
                  </a:lnTo>
                  <a:lnTo>
                    <a:pt x="15324371" y="88198"/>
                  </a:lnTo>
                  <a:lnTo>
                    <a:pt x="15334561" y="128870"/>
                  </a:lnTo>
                  <a:lnTo>
                    <a:pt x="15335248" y="142874"/>
                  </a:lnTo>
                  <a:lnTo>
                    <a:pt x="15335248" y="981074"/>
                  </a:lnTo>
                  <a:lnTo>
                    <a:pt x="15329096" y="1022549"/>
                  </a:lnTo>
                  <a:lnTo>
                    <a:pt x="15311167" y="1060451"/>
                  </a:lnTo>
                  <a:lnTo>
                    <a:pt x="15283011" y="1091520"/>
                  </a:lnTo>
                  <a:lnTo>
                    <a:pt x="15247047" y="1113073"/>
                  </a:lnTo>
                  <a:lnTo>
                    <a:pt x="15206377" y="1123263"/>
                  </a:lnTo>
                  <a:lnTo>
                    <a:pt x="15192373" y="1123949"/>
                  </a:lnTo>
                  <a:lnTo>
                    <a:pt x="142874" y="1123949"/>
                  </a:lnTo>
                  <a:lnTo>
                    <a:pt x="101399" y="1117798"/>
                  </a:lnTo>
                  <a:lnTo>
                    <a:pt x="63497" y="1099871"/>
                  </a:lnTo>
                  <a:lnTo>
                    <a:pt x="32429" y="1071714"/>
                  </a:lnTo>
                  <a:lnTo>
                    <a:pt x="10875" y="1035750"/>
                  </a:lnTo>
                  <a:lnTo>
                    <a:pt x="686" y="995079"/>
                  </a:lnTo>
                  <a:lnTo>
                    <a:pt x="0" y="9810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5624" y="3719945"/>
            <a:ext cx="14426565" cy="10960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A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I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8A6FF"/>
                </a:solidFill>
                <a:latin typeface="Courier New"/>
                <a:cs typeface="Courier New"/>
              </a:rPr>
              <a:t>M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  <a:spcBef>
                <a:spcPts val="1000"/>
              </a:spcBef>
            </a:pPr>
            <a:r>
              <a:rPr sz="19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Build</a:t>
            </a:r>
            <a:r>
              <a:rPr sz="190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80" dirty="0">
                <a:solidFill>
                  <a:srgbClr val="E6ECF2"/>
                </a:solidFill>
                <a:latin typeface="Lucida Sans Unicode"/>
                <a:cs typeface="Lucida Sans Unicode"/>
              </a:rPr>
              <a:t>a</a:t>
            </a:r>
            <a:r>
              <a:rPr sz="190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real-</a:t>
            </a:r>
            <a:r>
              <a:rPr sz="19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time</a:t>
            </a:r>
            <a:r>
              <a:rPr sz="190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messenger</a:t>
            </a:r>
            <a:r>
              <a:rPr sz="190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where</a:t>
            </a:r>
            <a:r>
              <a:rPr sz="190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intercepting</a:t>
            </a:r>
            <a:r>
              <a:rPr sz="190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80" dirty="0">
                <a:solidFill>
                  <a:srgbClr val="E6ECF2"/>
                </a:solidFill>
                <a:latin typeface="Lucida Sans Unicode"/>
                <a:cs typeface="Lucida Sans Unicode"/>
              </a:rPr>
              <a:t>a</a:t>
            </a:r>
            <a:r>
              <a:rPr sz="190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single</a:t>
            </a:r>
            <a:r>
              <a:rPr sz="190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image</a:t>
            </a:r>
            <a:r>
              <a:rPr sz="190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share</a:t>
            </a:r>
            <a:r>
              <a:rPr sz="190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reveals</a:t>
            </a:r>
            <a:r>
              <a:rPr sz="190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nothing</a:t>
            </a:r>
            <a:r>
              <a:rPr sz="190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190" dirty="0">
                <a:solidFill>
                  <a:srgbClr val="E6ECF2"/>
                </a:solidFill>
                <a:latin typeface="Lucida Sans Unicode"/>
                <a:cs typeface="Lucida Sans Unicode"/>
              </a:rPr>
              <a:t>—</a:t>
            </a:r>
            <a:r>
              <a:rPr sz="190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privacy</a:t>
            </a:r>
            <a:r>
              <a:rPr sz="190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guaranteed</a:t>
            </a:r>
            <a:r>
              <a:rPr sz="190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55" dirty="0">
                <a:solidFill>
                  <a:srgbClr val="E6ECF2"/>
                </a:solidFill>
                <a:latin typeface="Lucida Sans Unicode"/>
                <a:cs typeface="Lucida Sans Unicode"/>
              </a:rPr>
              <a:t>by</a:t>
            </a:r>
            <a:r>
              <a:rPr sz="19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mathematics,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not</a:t>
            </a:r>
            <a:r>
              <a:rPr sz="190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E6ECF2"/>
                </a:solidFill>
                <a:latin typeface="Lucida Sans Unicode"/>
                <a:cs typeface="Lucida Sans Unicode"/>
              </a:rPr>
              <a:t>server</a:t>
            </a:r>
            <a:r>
              <a:rPr sz="190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trust.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66849" y="5306174"/>
            <a:ext cx="7429500" cy="1638300"/>
            <a:chOff x="1466849" y="5753099"/>
            <a:chExt cx="7429500" cy="1638300"/>
          </a:xfrm>
        </p:grpSpPr>
        <p:sp>
          <p:nvSpPr>
            <p:cNvPr id="11" name="object 11"/>
            <p:cNvSpPr/>
            <p:nvPr/>
          </p:nvSpPr>
          <p:spPr>
            <a:xfrm>
              <a:off x="1476374" y="5762796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7274593" y="1618906"/>
                  </a:moveTo>
                  <a:lnTo>
                    <a:pt x="135855" y="1618906"/>
                  </a:lnTo>
                  <a:lnTo>
                    <a:pt x="94749" y="1610728"/>
                  </a:lnTo>
                  <a:lnTo>
                    <a:pt x="57756" y="1590956"/>
                  </a:lnTo>
                  <a:lnTo>
                    <a:pt x="28121" y="1561321"/>
                  </a:lnTo>
                  <a:lnTo>
                    <a:pt x="8348" y="1524327"/>
                  </a:lnTo>
                  <a:lnTo>
                    <a:pt x="171" y="1483222"/>
                  </a:lnTo>
                  <a:lnTo>
                    <a:pt x="0" y="14762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2"/>
                  </a:lnTo>
                  <a:lnTo>
                    <a:pt x="7390126" y="69256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1483222"/>
                  </a:lnTo>
                  <a:lnTo>
                    <a:pt x="7402100" y="1524327"/>
                  </a:lnTo>
                  <a:lnTo>
                    <a:pt x="7382326" y="1561320"/>
                  </a:lnTo>
                  <a:lnTo>
                    <a:pt x="7352691" y="1590956"/>
                  </a:lnTo>
                  <a:lnTo>
                    <a:pt x="7315699" y="1610729"/>
                  </a:lnTo>
                  <a:lnTo>
                    <a:pt x="7274593" y="1618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6374" y="5762624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0" y="14763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5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3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476374"/>
                  </a:lnTo>
                  <a:lnTo>
                    <a:pt x="7404297" y="1517848"/>
                  </a:lnTo>
                  <a:lnTo>
                    <a:pt x="7386368" y="1555750"/>
                  </a:lnTo>
                  <a:lnTo>
                    <a:pt x="7358213" y="1586819"/>
                  </a:lnTo>
                  <a:lnTo>
                    <a:pt x="7322249" y="1608373"/>
                  </a:lnTo>
                  <a:lnTo>
                    <a:pt x="7281578" y="1618563"/>
                  </a:lnTo>
                  <a:lnTo>
                    <a:pt x="7267574" y="1619249"/>
                  </a:lnTo>
                  <a:lnTo>
                    <a:pt x="142874" y="1619249"/>
                  </a:lnTo>
                  <a:lnTo>
                    <a:pt x="101399" y="1613098"/>
                  </a:lnTo>
                  <a:lnTo>
                    <a:pt x="63497" y="1595169"/>
                  </a:lnTo>
                  <a:lnTo>
                    <a:pt x="32429" y="1567014"/>
                  </a:lnTo>
                  <a:lnTo>
                    <a:pt x="10875" y="1531050"/>
                  </a:lnTo>
                  <a:lnTo>
                    <a:pt x="686" y="1490378"/>
                  </a:lnTo>
                  <a:lnTo>
                    <a:pt x="0" y="1476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25624" y="5301611"/>
            <a:ext cx="6165215" cy="14503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400" spc="-25" dirty="0">
                <a:solidFill>
                  <a:srgbClr val="58A6FF"/>
                </a:solidFill>
                <a:latin typeface="Courier New"/>
                <a:cs typeface="Courier New"/>
              </a:rPr>
              <a:t>01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20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Visual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cryptography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21200"/>
              </a:lnSpc>
              <a:spcBef>
                <a:spcPts val="490"/>
              </a:spcBef>
            </a:pP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Split</a:t>
            </a:r>
            <a:r>
              <a:rPr sz="16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every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image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into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two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XOR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shares;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only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on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the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recipient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device.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391649" y="5293560"/>
            <a:ext cx="7429500" cy="1638300"/>
            <a:chOff x="9391649" y="5714999"/>
            <a:chExt cx="7429500" cy="1638300"/>
          </a:xfrm>
        </p:grpSpPr>
        <p:sp>
          <p:nvSpPr>
            <p:cNvPr id="15" name="object 15"/>
            <p:cNvSpPr/>
            <p:nvPr/>
          </p:nvSpPr>
          <p:spPr>
            <a:xfrm>
              <a:off x="9401174" y="5724696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7274593" y="1618906"/>
                  </a:moveTo>
                  <a:lnTo>
                    <a:pt x="135855" y="1618906"/>
                  </a:lnTo>
                  <a:lnTo>
                    <a:pt x="94748" y="1610728"/>
                  </a:lnTo>
                  <a:lnTo>
                    <a:pt x="57755" y="1590956"/>
                  </a:lnTo>
                  <a:lnTo>
                    <a:pt x="28119" y="1561320"/>
                  </a:lnTo>
                  <a:lnTo>
                    <a:pt x="8346" y="1524327"/>
                  </a:lnTo>
                  <a:lnTo>
                    <a:pt x="171" y="1483222"/>
                  </a:lnTo>
                  <a:lnTo>
                    <a:pt x="0" y="14762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8"/>
                  </a:lnTo>
                  <a:lnTo>
                    <a:pt x="7363515" y="36833"/>
                  </a:lnTo>
                  <a:lnTo>
                    <a:pt x="7390125" y="69257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1483222"/>
                  </a:lnTo>
                  <a:lnTo>
                    <a:pt x="7402099" y="1524327"/>
                  </a:lnTo>
                  <a:lnTo>
                    <a:pt x="7382326" y="1561320"/>
                  </a:lnTo>
                  <a:lnTo>
                    <a:pt x="7352690" y="1590956"/>
                  </a:lnTo>
                  <a:lnTo>
                    <a:pt x="7315697" y="1610729"/>
                  </a:lnTo>
                  <a:lnTo>
                    <a:pt x="7274593" y="1618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01174" y="5724524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0" y="14763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476374"/>
                  </a:lnTo>
                  <a:lnTo>
                    <a:pt x="7404296" y="1517848"/>
                  </a:lnTo>
                  <a:lnTo>
                    <a:pt x="7386368" y="1555750"/>
                  </a:lnTo>
                  <a:lnTo>
                    <a:pt x="7358212" y="1586819"/>
                  </a:lnTo>
                  <a:lnTo>
                    <a:pt x="7322247" y="1608373"/>
                  </a:lnTo>
                  <a:lnTo>
                    <a:pt x="7281577" y="1618562"/>
                  </a:lnTo>
                  <a:lnTo>
                    <a:pt x="7267574" y="1619249"/>
                  </a:lnTo>
                  <a:lnTo>
                    <a:pt x="142874" y="1619249"/>
                  </a:lnTo>
                  <a:lnTo>
                    <a:pt x="101398" y="1613098"/>
                  </a:lnTo>
                  <a:lnTo>
                    <a:pt x="63496" y="1595170"/>
                  </a:lnTo>
                  <a:lnTo>
                    <a:pt x="32428" y="1567014"/>
                  </a:lnTo>
                  <a:lnTo>
                    <a:pt x="10874" y="1531049"/>
                  </a:lnTo>
                  <a:lnTo>
                    <a:pt x="685" y="1490378"/>
                  </a:lnTo>
                  <a:lnTo>
                    <a:pt x="0" y="1476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755186" y="5377294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00B4D8"/>
                </a:solidFill>
                <a:latin typeface="Courier New"/>
                <a:cs typeface="Courier New"/>
              </a:rPr>
              <a:t>02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81539" y="5736586"/>
            <a:ext cx="6470650" cy="580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495"/>
              </a:lnSpc>
              <a:spcBef>
                <a:spcPts val="135"/>
              </a:spcBef>
            </a:pPr>
            <a:r>
              <a:rPr sz="220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Real-</a:t>
            </a:r>
            <a:r>
              <a:rPr sz="220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time</a:t>
            </a:r>
            <a:r>
              <a:rPr sz="220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messaging</a:t>
            </a:r>
            <a:endParaRPr sz="2200" dirty="0">
              <a:latin typeface="Lucida Sans Unicode"/>
              <a:cs typeface="Lucida Sans Unicode"/>
            </a:endParaRPr>
          </a:p>
          <a:p>
            <a:pPr marL="12700">
              <a:lnSpc>
                <a:spcPts val="1835"/>
              </a:lnSpc>
            </a:pP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Instant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text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over</a:t>
            </a:r>
            <a:r>
              <a:rPr sz="165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WebSockets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typing,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receipts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presence.</a:t>
            </a:r>
            <a:endParaRPr sz="1650" dirty="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66849" y="7058774"/>
            <a:ext cx="7429500" cy="1638300"/>
            <a:chOff x="1466849" y="7505699"/>
            <a:chExt cx="7429500" cy="1638300"/>
          </a:xfrm>
        </p:grpSpPr>
        <p:sp>
          <p:nvSpPr>
            <p:cNvPr id="20" name="object 20"/>
            <p:cNvSpPr/>
            <p:nvPr/>
          </p:nvSpPr>
          <p:spPr>
            <a:xfrm>
              <a:off x="1476374" y="7515395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7274593" y="1618906"/>
                  </a:moveTo>
                  <a:lnTo>
                    <a:pt x="135855" y="1618906"/>
                  </a:lnTo>
                  <a:lnTo>
                    <a:pt x="121919" y="1617533"/>
                  </a:lnTo>
                  <a:lnTo>
                    <a:pt x="81779" y="1605357"/>
                  </a:lnTo>
                  <a:lnTo>
                    <a:pt x="46931" y="1582072"/>
                  </a:lnTo>
                  <a:lnTo>
                    <a:pt x="20321" y="1549648"/>
                  </a:lnTo>
                  <a:lnTo>
                    <a:pt x="4282" y="1510927"/>
                  </a:lnTo>
                  <a:lnTo>
                    <a:pt x="0" y="1476203"/>
                  </a:lnTo>
                  <a:lnTo>
                    <a:pt x="171" y="135684"/>
                  </a:lnTo>
                  <a:lnTo>
                    <a:pt x="8348" y="94576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2"/>
                  </a:lnTo>
                  <a:lnTo>
                    <a:pt x="7390126" y="69256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1483222"/>
                  </a:lnTo>
                  <a:lnTo>
                    <a:pt x="7402100" y="1524328"/>
                  </a:lnTo>
                  <a:lnTo>
                    <a:pt x="7382326" y="1561320"/>
                  </a:lnTo>
                  <a:lnTo>
                    <a:pt x="7352691" y="1590956"/>
                  </a:lnTo>
                  <a:lnTo>
                    <a:pt x="7315699" y="1610729"/>
                  </a:lnTo>
                  <a:lnTo>
                    <a:pt x="7274593" y="1618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76374" y="7515224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0" y="14763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476374"/>
                  </a:lnTo>
                  <a:lnTo>
                    <a:pt x="7404297" y="1517849"/>
                  </a:lnTo>
                  <a:lnTo>
                    <a:pt x="7386368" y="1555751"/>
                  </a:lnTo>
                  <a:lnTo>
                    <a:pt x="7358213" y="1586819"/>
                  </a:lnTo>
                  <a:lnTo>
                    <a:pt x="7322249" y="1608373"/>
                  </a:lnTo>
                  <a:lnTo>
                    <a:pt x="7281578" y="1618563"/>
                  </a:lnTo>
                  <a:lnTo>
                    <a:pt x="7267574" y="1619249"/>
                  </a:lnTo>
                  <a:lnTo>
                    <a:pt x="142874" y="1619249"/>
                  </a:lnTo>
                  <a:lnTo>
                    <a:pt x="101399" y="1613098"/>
                  </a:lnTo>
                  <a:lnTo>
                    <a:pt x="63497" y="1595170"/>
                  </a:lnTo>
                  <a:lnTo>
                    <a:pt x="32429" y="1567014"/>
                  </a:lnTo>
                  <a:lnTo>
                    <a:pt x="10875" y="1531050"/>
                  </a:lnTo>
                  <a:lnTo>
                    <a:pt x="686" y="1490378"/>
                  </a:lnTo>
                  <a:lnTo>
                    <a:pt x="0" y="1476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25625" y="7244194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BC8BFF"/>
                </a:solidFill>
                <a:latin typeface="Courier New"/>
                <a:cs typeface="Courier New"/>
              </a:rPr>
              <a:t>03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5624" y="7676443"/>
            <a:ext cx="6315710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Security</a:t>
            </a:r>
            <a:r>
              <a:rPr sz="2200" spc="2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hardening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Defend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against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XSS</a:t>
            </a:r>
            <a:r>
              <a:rPr sz="16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brute-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force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DOMPurify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and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scrypt.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382124" y="7068437"/>
            <a:ext cx="7429500" cy="1638300"/>
            <a:chOff x="9391649" y="7315199"/>
            <a:chExt cx="7429500" cy="1638300"/>
          </a:xfrm>
        </p:grpSpPr>
        <p:sp>
          <p:nvSpPr>
            <p:cNvPr id="25" name="object 25"/>
            <p:cNvSpPr/>
            <p:nvPr/>
          </p:nvSpPr>
          <p:spPr>
            <a:xfrm>
              <a:off x="9401174" y="7324895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7274593" y="1618906"/>
                  </a:moveTo>
                  <a:lnTo>
                    <a:pt x="135855" y="1618906"/>
                  </a:lnTo>
                  <a:lnTo>
                    <a:pt x="121917" y="1617533"/>
                  </a:lnTo>
                  <a:lnTo>
                    <a:pt x="81778" y="1605357"/>
                  </a:lnTo>
                  <a:lnTo>
                    <a:pt x="46930" y="1582072"/>
                  </a:lnTo>
                  <a:lnTo>
                    <a:pt x="20320" y="1549648"/>
                  </a:lnTo>
                  <a:lnTo>
                    <a:pt x="4281" y="1510926"/>
                  </a:lnTo>
                  <a:lnTo>
                    <a:pt x="0" y="14762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4"/>
                  </a:lnTo>
                  <a:lnTo>
                    <a:pt x="57755" y="27949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7" y="8175"/>
                  </a:lnTo>
                  <a:lnTo>
                    <a:pt x="7352690" y="27948"/>
                  </a:lnTo>
                  <a:lnTo>
                    <a:pt x="7382326" y="57584"/>
                  </a:lnTo>
                  <a:lnTo>
                    <a:pt x="7402099" y="94577"/>
                  </a:lnTo>
                  <a:lnTo>
                    <a:pt x="7410277" y="135684"/>
                  </a:lnTo>
                  <a:lnTo>
                    <a:pt x="7410277" y="1483222"/>
                  </a:lnTo>
                  <a:lnTo>
                    <a:pt x="7402099" y="1524327"/>
                  </a:lnTo>
                  <a:lnTo>
                    <a:pt x="7382326" y="1561320"/>
                  </a:lnTo>
                  <a:lnTo>
                    <a:pt x="7352690" y="1590956"/>
                  </a:lnTo>
                  <a:lnTo>
                    <a:pt x="7315697" y="1610729"/>
                  </a:lnTo>
                  <a:lnTo>
                    <a:pt x="7274593" y="16189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01174" y="7324724"/>
              <a:ext cx="7410450" cy="1619250"/>
            </a:xfrm>
            <a:custGeom>
              <a:avLst/>
              <a:gdLst/>
              <a:ahLst/>
              <a:cxnLst/>
              <a:rect l="l" t="t" r="r" b="b"/>
              <a:pathLst>
                <a:path w="7410450" h="1619250">
                  <a:moveTo>
                    <a:pt x="0" y="14763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49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476374"/>
                  </a:lnTo>
                  <a:lnTo>
                    <a:pt x="7404296" y="1517848"/>
                  </a:lnTo>
                  <a:lnTo>
                    <a:pt x="7386368" y="1555751"/>
                  </a:lnTo>
                  <a:lnTo>
                    <a:pt x="7358212" y="1586819"/>
                  </a:lnTo>
                  <a:lnTo>
                    <a:pt x="7322247" y="1608373"/>
                  </a:lnTo>
                  <a:lnTo>
                    <a:pt x="7281577" y="1618562"/>
                  </a:lnTo>
                  <a:lnTo>
                    <a:pt x="7267574" y="1619249"/>
                  </a:lnTo>
                  <a:lnTo>
                    <a:pt x="142874" y="1619249"/>
                  </a:lnTo>
                  <a:lnTo>
                    <a:pt x="101398" y="1613098"/>
                  </a:lnTo>
                  <a:lnTo>
                    <a:pt x="63496" y="1595170"/>
                  </a:lnTo>
                  <a:lnTo>
                    <a:pt x="32428" y="1567014"/>
                  </a:lnTo>
                  <a:lnTo>
                    <a:pt x="10874" y="1531050"/>
                  </a:lnTo>
                  <a:lnTo>
                    <a:pt x="685" y="1490378"/>
                  </a:lnTo>
                  <a:lnTo>
                    <a:pt x="0" y="14763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755186" y="7244194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3FB94F"/>
                </a:solidFill>
                <a:latin typeface="Courier New"/>
                <a:cs typeface="Courier New"/>
              </a:rPr>
              <a:t>04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55188" y="7676443"/>
            <a:ext cx="5560695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Installable</a:t>
            </a:r>
            <a:r>
              <a:rPr sz="220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PWA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Ship</a:t>
            </a:r>
            <a:r>
              <a:rPr sz="16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accessible,</a:t>
            </a:r>
            <a:r>
              <a:rPr sz="16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offline-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capable</a:t>
            </a:r>
            <a:r>
              <a:rPr sz="16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glassmorphic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dark</a:t>
            </a:r>
            <a:r>
              <a:rPr sz="1650" spc="-1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UI.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308800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0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4</a:t>
            </a:r>
            <a:r>
              <a:rPr sz="1400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—</a:t>
            </a:r>
            <a:r>
              <a:rPr sz="14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P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R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O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J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C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T</a:t>
            </a:r>
            <a:r>
              <a:rPr sz="14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S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C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O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P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9387" y="1574180"/>
            <a:ext cx="5843905" cy="1162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>
                <a:solidFill>
                  <a:schemeClr val="tx1"/>
                </a:solidFill>
              </a:rPr>
              <a:t>Project</a:t>
            </a:r>
            <a:r>
              <a:rPr spc="-509" dirty="0">
                <a:solidFill>
                  <a:schemeClr val="tx1"/>
                </a:solidFill>
              </a:rPr>
              <a:t> </a:t>
            </a:r>
            <a:r>
              <a:rPr spc="-170" dirty="0">
                <a:solidFill>
                  <a:schemeClr val="tx1"/>
                </a:solidFill>
              </a:rPr>
              <a:t>scope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466849" y="3809999"/>
            <a:ext cx="7429500" cy="5295900"/>
            <a:chOff x="1466849" y="3809999"/>
            <a:chExt cx="7429500" cy="5295900"/>
          </a:xfrm>
        </p:grpSpPr>
        <p:sp>
          <p:nvSpPr>
            <p:cNvPr id="6" name="object 6"/>
            <p:cNvSpPr/>
            <p:nvPr/>
          </p:nvSpPr>
          <p:spPr>
            <a:xfrm>
              <a:off x="1476374" y="3819696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7274593" y="5276506"/>
                  </a:moveTo>
                  <a:lnTo>
                    <a:pt x="135855" y="5276506"/>
                  </a:lnTo>
                  <a:lnTo>
                    <a:pt x="121919" y="5275132"/>
                  </a:lnTo>
                  <a:lnTo>
                    <a:pt x="81779" y="5262956"/>
                  </a:lnTo>
                  <a:lnTo>
                    <a:pt x="46931" y="5239671"/>
                  </a:lnTo>
                  <a:lnTo>
                    <a:pt x="20321" y="5207247"/>
                  </a:lnTo>
                  <a:lnTo>
                    <a:pt x="4282" y="5168526"/>
                  </a:lnTo>
                  <a:lnTo>
                    <a:pt x="0" y="51338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8" y="8176"/>
                  </a:lnTo>
                  <a:lnTo>
                    <a:pt x="7352690" y="27949"/>
                  </a:lnTo>
                  <a:lnTo>
                    <a:pt x="7382327" y="57585"/>
                  </a:lnTo>
                  <a:lnTo>
                    <a:pt x="7402100" y="94577"/>
                  </a:lnTo>
                  <a:lnTo>
                    <a:pt x="7410277" y="135684"/>
                  </a:lnTo>
                  <a:lnTo>
                    <a:pt x="7410277" y="5140822"/>
                  </a:lnTo>
                  <a:lnTo>
                    <a:pt x="7402100" y="5181927"/>
                  </a:lnTo>
                  <a:lnTo>
                    <a:pt x="7382326" y="5218919"/>
                  </a:lnTo>
                  <a:lnTo>
                    <a:pt x="7352691" y="5248555"/>
                  </a:lnTo>
                  <a:lnTo>
                    <a:pt x="7315699" y="5268328"/>
                  </a:lnTo>
                  <a:lnTo>
                    <a:pt x="7274593" y="52765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6374" y="3819524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0" y="51339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5133974"/>
                  </a:lnTo>
                  <a:lnTo>
                    <a:pt x="7404297" y="5175448"/>
                  </a:lnTo>
                  <a:lnTo>
                    <a:pt x="7386368" y="5213350"/>
                  </a:lnTo>
                  <a:lnTo>
                    <a:pt x="7358213" y="5244418"/>
                  </a:lnTo>
                  <a:lnTo>
                    <a:pt x="7322249" y="5265972"/>
                  </a:lnTo>
                  <a:lnTo>
                    <a:pt x="7281578" y="5276162"/>
                  </a:lnTo>
                  <a:lnTo>
                    <a:pt x="7267574" y="5276849"/>
                  </a:lnTo>
                  <a:lnTo>
                    <a:pt x="142874" y="5276849"/>
                  </a:lnTo>
                  <a:lnTo>
                    <a:pt x="101399" y="5270697"/>
                  </a:lnTo>
                  <a:lnTo>
                    <a:pt x="63497" y="5252769"/>
                  </a:lnTo>
                  <a:lnTo>
                    <a:pt x="32429" y="5224613"/>
                  </a:lnTo>
                  <a:lnTo>
                    <a:pt x="10875" y="5188649"/>
                  </a:lnTo>
                  <a:lnTo>
                    <a:pt x="686" y="5147978"/>
                  </a:lnTo>
                  <a:lnTo>
                    <a:pt x="0" y="51339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49387" y="3075825"/>
            <a:ext cx="5870575" cy="4925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75" dirty="0">
                <a:latin typeface="Lucida Sans Unicode"/>
                <a:cs typeface="Lucida Sans Unicode"/>
              </a:rPr>
              <a:t>Clear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40" dirty="0">
                <a:latin typeface="Lucida Sans Unicode"/>
                <a:cs typeface="Lucida Sans Unicode"/>
              </a:rPr>
              <a:t>boundaries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for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Part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640" dirty="0">
                <a:latin typeface="Lucida Sans Unicode"/>
                <a:cs typeface="Lucida Sans Unicode"/>
              </a:rPr>
              <a:t>1</a:t>
            </a:r>
            <a:r>
              <a:rPr sz="2350" dirty="0">
                <a:latin typeface="Lucida Sans Unicode"/>
                <a:cs typeface="Lucida Sans Unicode"/>
              </a:rPr>
              <a:t> </a:t>
            </a:r>
            <a:r>
              <a:rPr lang="en-US" sz="2350" dirty="0" smtClean="0">
                <a:latin typeface="Lucida Sans Unicode"/>
                <a:cs typeface="Lucida Sans Unicode"/>
              </a:rPr>
              <a:t> </a:t>
            </a:r>
            <a:r>
              <a:rPr sz="2350" spc="-30" dirty="0" smtClean="0">
                <a:latin typeface="Lucida Sans Unicode"/>
                <a:cs typeface="Lucida Sans Unicode"/>
              </a:rPr>
              <a:t>v</a:t>
            </a:r>
            <a:r>
              <a:rPr lang="en-US" sz="2350" spc="-30" dirty="0" smtClean="0">
                <a:latin typeface="Lucida Sans Unicode"/>
                <a:cs typeface="Lucida Sans Unicode"/>
              </a:rPr>
              <a:t>s</a:t>
            </a:r>
            <a:r>
              <a:rPr sz="2350" spc="-105" dirty="0" smtClean="0">
                <a:latin typeface="Lucida Sans Unicode"/>
                <a:cs typeface="Lucida Sans Unicode"/>
              </a:rPr>
              <a:t> </a:t>
            </a:r>
            <a:r>
              <a:rPr lang="en-US" sz="2350" spc="-105" dirty="0" smtClean="0">
                <a:latin typeface="Lucida Sans Unicode"/>
                <a:cs typeface="Lucida Sans Unicode"/>
              </a:rPr>
              <a:t> </a:t>
            </a:r>
            <a:r>
              <a:rPr sz="2350" dirty="0" smtClean="0">
                <a:latin typeface="Lucida Sans Unicode"/>
                <a:cs typeface="Lucida Sans Unicode"/>
              </a:rPr>
              <a:t>Part</a:t>
            </a:r>
            <a:r>
              <a:rPr sz="2350" spc="-105" dirty="0" smtClean="0">
                <a:latin typeface="Lucida Sans Unicode"/>
                <a:cs typeface="Lucida Sans Unicode"/>
              </a:rPr>
              <a:t> </a:t>
            </a:r>
            <a:r>
              <a:rPr sz="2350" spc="-25" dirty="0">
                <a:latin typeface="Lucida Sans Unicode"/>
                <a:cs typeface="Lucida Sans Unicode"/>
              </a:rPr>
              <a:t>2.</a:t>
            </a:r>
            <a:endParaRPr sz="23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2300" dirty="0">
              <a:latin typeface="Lucida Sans Unicode"/>
              <a:cs typeface="Lucida Sans Unicode"/>
            </a:endParaRPr>
          </a:p>
          <a:p>
            <a:pPr marL="431165">
              <a:lnSpc>
                <a:spcPct val="100000"/>
              </a:lnSpc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I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N</a:t>
            </a:r>
            <a:r>
              <a:rPr sz="1400" spc="-8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S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3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8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—</a:t>
            </a:r>
            <a:r>
              <a:rPr sz="1400" spc="-8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F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Y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8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3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A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40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8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1</a:t>
            </a:r>
            <a:endParaRPr sz="1400" dirty="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1070"/>
              </a:spcBef>
            </a:pPr>
            <a:r>
              <a:rPr sz="2700" b="1" spc="-70" dirty="0">
                <a:solidFill>
                  <a:srgbClr val="E6ECF2"/>
                </a:solidFill>
                <a:latin typeface="Arial"/>
                <a:cs typeface="Arial"/>
              </a:rPr>
              <a:t>Delivered</a:t>
            </a:r>
            <a:r>
              <a:rPr sz="2700" b="1" spc="-10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-25" dirty="0">
                <a:solidFill>
                  <a:srgbClr val="E6ECF2"/>
                </a:solidFill>
                <a:latin typeface="Arial"/>
                <a:cs typeface="Arial"/>
              </a:rPr>
              <a:t>now</a:t>
            </a:r>
            <a:endParaRPr sz="2700" dirty="0">
              <a:latin typeface="Arial"/>
              <a:cs typeface="Arial"/>
            </a:endParaRPr>
          </a:p>
          <a:p>
            <a:pPr marL="775335" indent="-344170">
              <a:lnSpc>
                <a:spcPct val="100000"/>
              </a:lnSpc>
              <a:spcBef>
                <a:spcPts val="2810"/>
              </a:spcBef>
              <a:buClr>
                <a:srgbClr val="3FB94F"/>
              </a:buClr>
              <a:buSzPct val="97142"/>
              <a:buFont typeface="Courier New"/>
              <a:buChar char="—"/>
              <a:tabLst>
                <a:tab pos="775335" algn="l"/>
              </a:tabLst>
            </a:pPr>
            <a:r>
              <a:rPr sz="1750" spc="-185" dirty="0">
                <a:solidFill>
                  <a:srgbClr val="E6ECF2"/>
                </a:solidFill>
                <a:latin typeface="Lucida Sans Unicode"/>
                <a:cs typeface="Lucida Sans Unicode"/>
              </a:rPr>
              <a:t>2-</a:t>
            </a:r>
            <a:r>
              <a:rPr sz="17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of-2</a:t>
            </a:r>
            <a:r>
              <a:rPr sz="175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visual</a:t>
            </a: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cryptography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image</a:t>
            </a:r>
            <a:r>
              <a:rPr sz="17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sharing</a:t>
            </a:r>
            <a:endParaRPr sz="1750" dirty="0">
              <a:latin typeface="Lucida Sans Unicode"/>
              <a:cs typeface="Lucida Sans Unicode"/>
            </a:endParaRPr>
          </a:p>
          <a:p>
            <a:pPr marL="775335" indent="-344170">
              <a:lnSpc>
                <a:spcPct val="100000"/>
              </a:lnSpc>
              <a:spcBef>
                <a:spcPts val="2550"/>
              </a:spcBef>
              <a:buClr>
                <a:srgbClr val="3FB94F"/>
              </a:buClr>
              <a:buSzPct val="97142"/>
              <a:buFont typeface="Courier New"/>
              <a:buChar char="—"/>
              <a:tabLst>
                <a:tab pos="775335" algn="l"/>
              </a:tabLst>
            </a:pPr>
            <a:r>
              <a:rPr sz="17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Real-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time</a:t>
            </a: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messaging,</a:t>
            </a:r>
            <a:r>
              <a:rPr sz="17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typing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65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1750" spc="-1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presence</a:t>
            </a:r>
            <a:endParaRPr sz="1750" dirty="0">
              <a:latin typeface="Lucida Sans Unicode"/>
              <a:cs typeface="Lucida Sans Unicode"/>
            </a:endParaRPr>
          </a:p>
          <a:p>
            <a:pPr marL="775335" indent="-344170">
              <a:lnSpc>
                <a:spcPct val="100000"/>
              </a:lnSpc>
              <a:spcBef>
                <a:spcPts val="2550"/>
              </a:spcBef>
              <a:buClr>
                <a:srgbClr val="3FB94F"/>
              </a:buClr>
              <a:buSzPct val="97142"/>
              <a:buFont typeface="Courier New"/>
              <a:buChar char="—"/>
              <a:tabLst>
                <a:tab pos="775335" algn="l"/>
              </a:tabLst>
            </a:pPr>
            <a:r>
              <a:rPr sz="1750" spc="55" dirty="0">
                <a:solidFill>
                  <a:srgbClr val="E6ECF2"/>
                </a:solidFill>
                <a:latin typeface="Lucida Sans Unicode"/>
                <a:cs typeface="Lucida Sans Unicode"/>
              </a:rPr>
              <a:t>XSS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65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175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brute-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force</a:t>
            </a:r>
            <a:r>
              <a:rPr sz="17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hardening</a:t>
            </a: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(DOMPurify,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scrypt)</a:t>
            </a:r>
            <a:endParaRPr sz="1750" dirty="0">
              <a:latin typeface="Lucida Sans Unicode"/>
              <a:cs typeface="Lucida Sans Unicode"/>
            </a:endParaRPr>
          </a:p>
          <a:p>
            <a:pPr marL="775335" indent="-344170">
              <a:lnSpc>
                <a:spcPct val="100000"/>
              </a:lnSpc>
              <a:spcBef>
                <a:spcPts val="2550"/>
              </a:spcBef>
              <a:buClr>
                <a:srgbClr val="3FB94F"/>
              </a:buClr>
              <a:buSzPct val="97142"/>
              <a:buFont typeface="Courier New"/>
              <a:buChar char="—"/>
              <a:tabLst>
                <a:tab pos="775335" algn="l"/>
              </a:tabLst>
            </a:pPr>
            <a:r>
              <a:rPr sz="175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ECDH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key-</a:t>
            </a:r>
            <a:r>
              <a:rPr sz="17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generation</a:t>
            </a: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55" dirty="0">
                <a:solidFill>
                  <a:srgbClr val="E6ECF2"/>
                </a:solidFill>
                <a:latin typeface="Lucida Sans Unicode"/>
                <a:cs typeface="Lucida Sans Unicode"/>
              </a:rPr>
              <a:t>UI</a:t>
            </a:r>
            <a:r>
              <a:rPr sz="1750" spc="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(WebCrypto)</a:t>
            </a:r>
            <a:endParaRPr sz="1750" dirty="0">
              <a:latin typeface="Lucida Sans Unicode"/>
              <a:cs typeface="Lucida Sans Unicode"/>
            </a:endParaRPr>
          </a:p>
          <a:p>
            <a:pPr marL="775335" indent="-344170">
              <a:lnSpc>
                <a:spcPct val="100000"/>
              </a:lnSpc>
              <a:spcBef>
                <a:spcPts val="2550"/>
              </a:spcBef>
              <a:buClr>
                <a:srgbClr val="3FB94F"/>
              </a:buClr>
              <a:buSzPct val="97142"/>
              <a:buFont typeface="Courier New"/>
              <a:buChar char="—"/>
              <a:tabLst>
                <a:tab pos="775335" algn="l"/>
              </a:tabLst>
            </a:pP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Installable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PWA,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 glassmorphic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E6ECF2"/>
                </a:solidFill>
                <a:latin typeface="Lucida Sans Unicode"/>
                <a:cs typeface="Lucida Sans Unicode"/>
              </a:rPr>
              <a:t>dark</a:t>
            </a:r>
            <a:r>
              <a:rPr sz="17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UI</a:t>
            </a:r>
            <a:endParaRPr sz="1750" dirty="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91649" y="3809999"/>
            <a:ext cx="7429500" cy="5295900"/>
            <a:chOff x="9391649" y="3809999"/>
            <a:chExt cx="7429500" cy="5295900"/>
          </a:xfrm>
        </p:grpSpPr>
        <p:sp>
          <p:nvSpPr>
            <p:cNvPr id="10" name="object 10"/>
            <p:cNvSpPr/>
            <p:nvPr/>
          </p:nvSpPr>
          <p:spPr>
            <a:xfrm>
              <a:off x="9401174" y="3819696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7274593" y="5276506"/>
                  </a:moveTo>
                  <a:lnTo>
                    <a:pt x="135855" y="5276506"/>
                  </a:lnTo>
                  <a:lnTo>
                    <a:pt x="121917" y="5275132"/>
                  </a:lnTo>
                  <a:lnTo>
                    <a:pt x="81778" y="5262956"/>
                  </a:lnTo>
                  <a:lnTo>
                    <a:pt x="46930" y="5239671"/>
                  </a:lnTo>
                  <a:lnTo>
                    <a:pt x="20320" y="5207247"/>
                  </a:lnTo>
                  <a:lnTo>
                    <a:pt x="4281" y="5168526"/>
                  </a:lnTo>
                  <a:lnTo>
                    <a:pt x="0" y="51338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7" y="8176"/>
                  </a:lnTo>
                  <a:lnTo>
                    <a:pt x="7352690" y="27949"/>
                  </a:lnTo>
                  <a:lnTo>
                    <a:pt x="7382326" y="57585"/>
                  </a:lnTo>
                  <a:lnTo>
                    <a:pt x="7402099" y="94577"/>
                  </a:lnTo>
                  <a:lnTo>
                    <a:pt x="7410277" y="135684"/>
                  </a:lnTo>
                  <a:lnTo>
                    <a:pt x="7410277" y="5140822"/>
                  </a:lnTo>
                  <a:lnTo>
                    <a:pt x="7402099" y="5181927"/>
                  </a:lnTo>
                  <a:lnTo>
                    <a:pt x="7382326" y="5218919"/>
                  </a:lnTo>
                  <a:lnTo>
                    <a:pt x="7352690" y="5248555"/>
                  </a:lnTo>
                  <a:lnTo>
                    <a:pt x="7315697" y="5268328"/>
                  </a:lnTo>
                  <a:lnTo>
                    <a:pt x="7274593" y="52765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01174" y="3819524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0" y="51339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5133974"/>
                  </a:lnTo>
                  <a:lnTo>
                    <a:pt x="7404296" y="5175448"/>
                  </a:lnTo>
                  <a:lnTo>
                    <a:pt x="7386368" y="5213350"/>
                  </a:lnTo>
                  <a:lnTo>
                    <a:pt x="7358212" y="5244418"/>
                  </a:lnTo>
                  <a:lnTo>
                    <a:pt x="7322247" y="5265972"/>
                  </a:lnTo>
                  <a:lnTo>
                    <a:pt x="7281577" y="5276162"/>
                  </a:lnTo>
                  <a:lnTo>
                    <a:pt x="7267574" y="5276849"/>
                  </a:lnTo>
                  <a:lnTo>
                    <a:pt x="142874" y="5276849"/>
                  </a:lnTo>
                  <a:lnTo>
                    <a:pt x="101398" y="5270697"/>
                  </a:lnTo>
                  <a:lnTo>
                    <a:pt x="63496" y="5252769"/>
                  </a:lnTo>
                  <a:lnTo>
                    <a:pt x="32428" y="5224613"/>
                  </a:lnTo>
                  <a:lnTo>
                    <a:pt x="10874" y="5188649"/>
                  </a:lnTo>
                  <a:lnTo>
                    <a:pt x="685" y="5147978"/>
                  </a:lnTo>
                  <a:lnTo>
                    <a:pt x="0" y="51339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798049" y="4151284"/>
            <a:ext cx="4276725" cy="325945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O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U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T</a:t>
            </a:r>
            <a:r>
              <a:rPr sz="14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O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F</a:t>
            </a:r>
            <a:r>
              <a:rPr sz="14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S</a:t>
            </a:r>
            <a:r>
              <a:rPr sz="1400" spc="-53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C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O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E</a:t>
            </a:r>
            <a:r>
              <a:rPr sz="14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—</a:t>
            </a:r>
            <a:r>
              <a:rPr sz="14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F</a:t>
            </a:r>
            <a:r>
              <a:rPr sz="1400" spc="-53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Y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4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A</a:t>
            </a:r>
            <a:r>
              <a:rPr sz="1400" spc="-53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R</a:t>
            </a:r>
            <a:r>
              <a:rPr sz="1400" spc="-53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T</a:t>
            </a:r>
            <a:r>
              <a:rPr sz="1400" spc="-8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spc="-50" dirty="0">
                <a:solidFill>
                  <a:srgbClr val="BC8BFF"/>
                </a:solidFill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700" b="1" spc="-70" dirty="0">
                <a:solidFill>
                  <a:srgbClr val="E6ECF2"/>
                </a:solidFill>
                <a:latin typeface="Arial"/>
                <a:cs typeface="Arial"/>
              </a:rPr>
              <a:t>Planned </a:t>
            </a:r>
            <a:r>
              <a:rPr sz="2700" b="1" spc="-20" dirty="0">
                <a:solidFill>
                  <a:srgbClr val="E6ECF2"/>
                </a:solidFill>
                <a:latin typeface="Arial"/>
                <a:cs typeface="Arial"/>
              </a:rPr>
              <a:t>next</a:t>
            </a:r>
            <a:endParaRPr sz="27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2810"/>
              </a:spcBef>
              <a:buClr>
                <a:srgbClr val="BC8B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140" dirty="0">
                <a:solidFill>
                  <a:srgbClr val="E6ECF2"/>
                </a:solidFill>
                <a:latin typeface="Lucida Sans Unicode"/>
                <a:cs typeface="Lucida Sans Unicode"/>
              </a:rPr>
              <a:t>ML-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based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tamper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detection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BC8B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185" dirty="0">
                <a:solidFill>
                  <a:srgbClr val="E6ECF2"/>
                </a:solidFill>
                <a:latin typeface="Lucida Sans Unicode"/>
                <a:cs typeface="Lucida Sans Unicode"/>
              </a:rPr>
              <a:t>AI</a:t>
            </a:r>
            <a:r>
              <a:rPr sz="1750" spc="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image</a:t>
            </a:r>
            <a:r>
              <a:rPr sz="175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enhancement</a:t>
            </a:r>
            <a:r>
              <a:rPr sz="175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65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1750" spc="-1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upscaling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BC8B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Full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peer-</a:t>
            </a: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to-</a:t>
            </a:r>
            <a:r>
              <a:rPr sz="17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peer</a:t>
            </a:r>
            <a:r>
              <a:rPr sz="175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E2E</a:t>
            </a:r>
            <a:r>
              <a:rPr sz="1750" spc="-11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key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tunnel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BC8B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Advanced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theming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65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1750" spc="-1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animation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polish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91401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5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S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U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N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754643"/>
            <a:ext cx="1645920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Reveal-X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2857500"/>
            <a:ext cx="11500485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95"/>
              </a:spcBef>
            </a:pPr>
            <a:r>
              <a:rPr sz="2350" spc="-120" dirty="0">
                <a:latin typeface="Lucida Sans Unicode"/>
                <a:cs typeface="Lucida Sans Unicode"/>
              </a:rPr>
              <a:t>A</a:t>
            </a:r>
            <a:r>
              <a:rPr sz="2350" spc="-240" dirty="0">
                <a:latin typeface="Lucida Sans Unicode"/>
                <a:cs typeface="Lucida Sans Unicode"/>
              </a:rPr>
              <a:t> </a:t>
            </a:r>
            <a:r>
              <a:rPr sz="2350" spc="-130" dirty="0">
                <a:latin typeface="Lucida Sans Unicode"/>
                <a:cs typeface="Lucida Sans Unicode"/>
              </a:rPr>
              <a:t>real-</a:t>
            </a:r>
            <a:r>
              <a:rPr sz="2350" spc="-35" dirty="0">
                <a:latin typeface="Lucida Sans Unicode"/>
                <a:cs typeface="Lucida Sans Unicode"/>
              </a:rPr>
              <a:t>time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-50" dirty="0">
                <a:latin typeface="Lucida Sans Unicode"/>
                <a:cs typeface="Lucida Sans Unicode"/>
              </a:rPr>
              <a:t>messaging</a:t>
            </a:r>
            <a:r>
              <a:rPr sz="2350" spc="-4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app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that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splits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every</a:t>
            </a:r>
            <a:r>
              <a:rPr sz="2350" spc="-35" dirty="0">
                <a:latin typeface="Lucida Sans Unicode"/>
                <a:cs typeface="Lucida Sans Unicode"/>
              </a:rPr>
              <a:t> </a:t>
            </a:r>
            <a:r>
              <a:rPr sz="2350" spc="-70" dirty="0">
                <a:latin typeface="Lucida Sans Unicode"/>
                <a:cs typeface="Lucida Sans Unicode"/>
              </a:rPr>
              <a:t>image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-35" dirty="0">
                <a:latin typeface="Lucida Sans Unicode"/>
                <a:cs typeface="Lucida Sans Unicode"/>
              </a:rPr>
              <a:t>into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two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spc="-50" dirty="0">
                <a:latin typeface="Lucida Sans Unicode"/>
                <a:cs typeface="Lucida Sans Unicode"/>
              </a:rPr>
              <a:t>meaningless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spc="-35" dirty="0">
                <a:latin typeface="Lucida Sans Unicode"/>
                <a:cs typeface="Lucida Sans Unicode"/>
              </a:rPr>
              <a:t>shares</a:t>
            </a:r>
            <a:r>
              <a:rPr sz="2350" spc="-180" dirty="0">
                <a:latin typeface="Lucida Sans Unicode"/>
                <a:cs typeface="Lucida Sans Unicode"/>
              </a:rPr>
              <a:t> </a:t>
            </a:r>
            <a:r>
              <a:rPr sz="2350" spc="-335" dirty="0">
                <a:latin typeface="Lucida Sans Unicode"/>
                <a:cs typeface="Lucida Sans Unicode"/>
              </a:rPr>
              <a:t>— </a:t>
            </a:r>
            <a:r>
              <a:rPr sz="2350" spc="-10" dirty="0">
                <a:latin typeface="Lucida Sans Unicode"/>
                <a:cs typeface="Lucida Sans Unicode"/>
              </a:rPr>
              <a:t>neither</a:t>
            </a:r>
            <a:r>
              <a:rPr sz="2350" spc="-130" dirty="0">
                <a:latin typeface="Lucida Sans Unicode"/>
                <a:cs typeface="Lucida Sans Unicode"/>
              </a:rPr>
              <a:t> </a:t>
            </a:r>
            <a:r>
              <a:rPr sz="2350" spc="-40" dirty="0">
                <a:latin typeface="Lucida Sans Unicode"/>
                <a:cs typeface="Lucida Sans Unicode"/>
              </a:rPr>
              <a:t>share</a:t>
            </a:r>
            <a:r>
              <a:rPr sz="2350" spc="-135" dirty="0">
                <a:latin typeface="Lucida Sans Unicode"/>
                <a:cs typeface="Lucida Sans Unicode"/>
              </a:rPr>
              <a:t> </a:t>
            </a:r>
            <a:r>
              <a:rPr sz="2350" spc="-35" dirty="0">
                <a:latin typeface="Lucida Sans Unicode"/>
                <a:cs typeface="Lucida Sans Unicode"/>
              </a:rPr>
              <a:t>alone</a:t>
            </a:r>
            <a:r>
              <a:rPr sz="2350" spc="-135" dirty="0">
                <a:latin typeface="Lucida Sans Unicode"/>
                <a:cs typeface="Lucida Sans Unicode"/>
              </a:rPr>
              <a:t> </a:t>
            </a:r>
            <a:r>
              <a:rPr sz="2350" spc="-40" dirty="0">
                <a:latin typeface="Lucida Sans Unicode"/>
                <a:cs typeface="Lucida Sans Unicode"/>
              </a:rPr>
              <a:t>reveals</a:t>
            </a:r>
            <a:r>
              <a:rPr sz="2350" spc="-135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anything.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4105125"/>
            <a:ext cx="4876800" cy="2266950"/>
            <a:chOff x="1466849" y="4248149"/>
            <a:chExt cx="4876800" cy="2266950"/>
          </a:xfrm>
        </p:grpSpPr>
        <p:sp>
          <p:nvSpPr>
            <p:cNvPr id="7" name="object 7"/>
            <p:cNvSpPr/>
            <p:nvPr/>
          </p:nvSpPr>
          <p:spPr>
            <a:xfrm>
              <a:off x="1476374" y="4257846"/>
              <a:ext cx="4857750" cy="2247900"/>
            </a:xfrm>
            <a:custGeom>
              <a:avLst/>
              <a:gdLst/>
              <a:ahLst/>
              <a:cxnLst/>
              <a:rect l="l" t="t" r="r" b="b"/>
              <a:pathLst>
                <a:path w="4857750" h="2247900">
                  <a:moveTo>
                    <a:pt x="4721893" y="2247556"/>
                  </a:moveTo>
                  <a:lnTo>
                    <a:pt x="135855" y="2247556"/>
                  </a:lnTo>
                  <a:lnTo>
                    <a:pt x="121919" y="2246183"/>
                  </a:lnTo>
                  <a:lnTo>
                    <a:pt x="81779" y="2234007"/>
                  </a:lnTo>
                  <a:lnTo>
                    <a:pt x="46931" y="2210721"/>
                  </a:lnTo>
                  <a:lnTo>
                    <a:pt x="20321" y="2178297"/>
                  </a:lnTo>
                  <a:lnTo>
                    <a:pt x="4282" y="2139576"/>
                  </a:lnTo>
                  <a:lnTo>
                    <a:pt x="0" y="210485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4721893" y="0"/>
                  </a:lnTo>
                  <a:lnTo>
                    <a:pt x="4735830" y="1372"/>
                  </a:lnTo>
                  <a:lnTo>
                    <a:pt x="4775969" y="13548"/>
                  </a:lnTo>
                  <a:lnTo>
                    <a:pt x="4810817" y="36833"/>
                  </a:lnTo>
                  <a:lnTo>
                    <a:pt x="4837427" y="69257"/>
                  </a:lnTo>
                  <a:lnTo>
                    <a:pt x="4853466" y="107978"/>
                  </a:lnTo>
                  <a:lnTo>
                    <a:pt x="4857577" y="135684"/>
                  </a:lnTo>
                  <a:lnTo>
                    <a:pt x="4857577" y="2111871"/>
                  </a:lnTo>
                  <a:lnTo>
                    <a:pt x="4849401" y="2152977"/>
                  </a:lnTo>
                  <a:lnTo>
                    <a:pt x="4829628" y="2189969"/>
                  </a:lnTo>
                  <a:lnTo>
                    <a:pt x="4799992" y="2219606"/>
                  </a:lnTo>
                  <a:lnTo>
                    <a:pt x="4762999" y="2239379"/>
                  </a:lnTo>
                  <a:lnTo>
                    <a:pt x="4721893" y="2247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4257674"/>
              <a:ext cx="4857750" cy="2247900"/>
            </a:xfrm>
            <a:custGeom>
              <a:avLst/>
              <a:gdLst/>
              <a:ahLst/>
              <a:cxnLst/>
              <a:rect l="l" t="t" r="r" b="b"/>
              <a:pathLst>
                <a:path w="4857750" h="2247900">
                  <a:moveTo>
                    <a:pt x="0" y="2105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714874" y="0"/>
                  </a:lnTo>
                  <a:lnTo>
                    <a:pt x="4756349" y="6150"/>
                  </a:lnTo>
                  <a:lnTo>
                    <a:pt x="4794251" y="24077"/>
                  </a:lnTo>
                  <a:lnTo>
                    <a:pt x="4825319" y="52234"/>
                  </a:lnTo>
                  <a:lnTo>
                    <a:pt x="4846873" y="88198"/>
                  </a:lnTo>
                  <a:lnTo>
                    <a:pt x="4857062" y="128870"/>
                  </a:lnTo>
                  <a:lnTo>
                    <a:pt x="4857749" y="142874"/>
                  </a:lnTo>
                  <a:lnTo>
                    <a:pt x="4857749" y="2105024"/>
                  </a:lnTo>
                  <a:lnTo>
                    <a:pt x="4851598" y="2146498"/>
                  </a:lnTo>
                  <a:lnTo>
                    <a:pt x="4833670" y="2184400"/>
                  </a:lnTo>
                  <a:lnTo>
                    <a:pt x="4805514" y="2215468"/>
                  </a:lnTo>
                  <a:lnTo>
                    <a:pt x="4769550" y="2237023"/>
                  </a:lnTo>
                  <a:lnTo>
                    <a:pt x="4728878" y="2247212"/>
                  </a:lnTo>
                  <a:lnTo>
                    <a:pt x="4714874" y="2247899"/>
                  </a:lnTo>
                  <a:lnTo>
                    <a:pt x="142874" y="2247899"/>
                  </a:lnTo>
                  <a:lnTo>
                    <a:pt x="101399" y="2241748"/>
                  </a:lnTo>
                  <a:lnTo>
                    <a:pt x="63497" y="2223819"/>
                  </a:lnTo>
                  <a:lnTo>
                    <a:pt x="32429" y="2195663"/>
                  </a:lnTo>
                  <a:lnTo>
                    <a:pt x="10875" y="2159699"/>
                  </a:lnTo>
                  <a:lnTo>
                    <a:pt x="686" y="2119028"/>
                  </a:lnTo>
                  <a:lnTo>
                    <a:pt x="0" y="2105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6517" y="4481045"/>
            <a:ext cx="13525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solidFill>
                  <a:srgbClr val="58A6FF"/>
                </a:solidFill>
                <a:latin typeface="Courier New"/>
                <a:cs typeface="Courier New"/>
              </a:rPr>
              <a:t>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6517" y="4913294"/>
            <a:ext cx="271145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Visual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Cryptography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6517" y="5484937"/>
            <a:ext cx="4113529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XOR</a:t>
            </a:r>
            <a:r>
              <a:rPr sz="15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50" dirty="0">
                <a:solidFill>
                  <a:srgbClr val="8B949D"/>
                </a:solidFill>
                <a:latin typeface="Lucida Sans Unicode"/>
                <a:cs typeface="Lucida Sans Unicode"/>
              </a:rPr>
              <a:t>2-</a:t>
            </a:r>
            <a:r>
              <a:rPr sz="15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of-</a:t>
            </a:r>
            <a:r>
              <a:rPr sz="15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2</a:t>
            </a:r>
            <a:r>
              <a:rPr sz="15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secret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sharing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 splits</a:t>
            </a: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each</a:t>
            </a:r>
            <a:r>
              <a:rPr sz="1550" spc="-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image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into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two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random-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looking</a:t>
            </a:r>
            <a:r>
              <a:rPr sz="1550" spc="-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05599" y="4105125"/>
            <a:ext cx="4876800" cy="2266950"/>
            <a:chOff x="6705599" y="4248149"/>
            <a:chExt cx="4876800" cy="2266950"/>
          </a:xfrm>
        </p:grpSpPr>
        <p:sp>
          <p:nvSpPr>
            <p:cNvPr id="13" name="object 13"/>
            <p:cNvSpPr/>
            <p:nvPr/>
          </p:nvSpPr>
          <p:spPr>
            <a:xfrm>
              <a:off x="6715124" y="4257846"/>
              <a:ext cx="4857750" cy="2247900"/>
            </a:xfrm>
            <a:custGeom>
              <a:avLst/>
              <a:gdLst/>
              <a:ahLst/>
              <a:cxnLst/>
              <a:rect l="l" t="t" r="r" b="b"/>
              <a:pathLst>
                <a:path w="4857750" h="2247900">
                  <a:moveTo>
                    <a:pt x="4721893" y="2247556"/>
                  </a:moveTo>
                  <a:lnTo>
                    <a:pt x="135855" y="2247556"/>
                  </a:lnTo>
                  <a:lnTo>
                    <a:pt x="121918" y="2246183"/>
                  </a:lnTo>
                  <a:lnTo>
                    <a:pt x="81778" y="2234007"/>
                  </a:lnTo>
                  <a:lnTo>
                    <a:pt x="46930" y="2210721"/>
                  </a:lnTo>
                  <a:lnTo>
                    <a:pt x="20320" y="2178297"/>
                  </a:lnTo>
                  <a:lnTo>
                    <a:pt x="4281" y="2139576"/>
                  </a:lnTo>
                  <a:lnTo>
                    <a:pt x="0" y="210485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5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721893" y="0"/>
                  </a:lnTo>
                  <a:lnTo>
                    <a:pt x="4735828" y="1372"/>
                  </a:lnTo>
                  <a:lnTo>
                    <a:pt x="4775968" y="13548"/>
                  </a:lnTo>
                  <a:lnTo>
                    <a:pt x="4810817" y="36833"/>
                  </a:lnTo>
                  <a:lnTo>
                    <a:pt x="4837426" y="69257"/>
                  </a:lnTo>
                  <a:lnTo>
                    <a:pt x="4853465" y="107978"/>
                  </a:lnTo>
                  <a:lnTo>
                    <a:pt x="4857578" y="135684"/>
                  </a:lnTo>
                  <a:lnTo>
                    <a:pt x="4857578" y="2111871"/>
                  </a:lnTo>
                  <a:lnTo>
                    <a:pt x="4849400" y="2152977"/>
                  </a:lnTo>
                  <a:lnTo>
                    <a:pt x="4829627" y="2189969"/>
                  </a:lnTo>
                  <a:lnTo>
                    <a:pt x="4799992" y="2219606"/>
                  </a:lnTo>
                  <a:lnTo>
                    <a:pt x="4762998" y="2239379"/>
                  </a:lnTo>
                  <a:lnTo>
                    <a:pt x="4721893" y="2247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5124" y="4257674"/>
              <a:ext cx="4857750" cy="2247900"/>
            </a:xfrm>
            <a:custGeom>
              <a:avLst/>
              <a:gdLst/>
              <a:ahLst/>
              <a:cxnLst/>
              <a:rect l="l" t="t" r="r" b="b"/>
              <a:pathLst>
                <a:path w="4857750" h="2247900">
                  <a:moveTo>
                    <a:pt x="0" y="2105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714874" y="0"/>
                  </a:lnTo>
                  <a:lnTo>
                    <a:pt x="4756347" y="6150"/>
                  </a:lnTo>
                  <a:lnTo>
                    <a:pt x="4794250" y="24077"/>
                  </a:lnTo>
                  <a:lnTo>
                    <a:pt x="4825318" y="52234"/>
                  </a:lnTo>
                  <a:lnTo>
                    <a:pt x="4846872" y="88198"/>
                  </a:lnTo>
                  <a:lnTo>
                    <a:pt x="4857063" y="128870"/>
                  </a:lnTo>
                  <a:lnTo>
                    <a:pt x="4857749" y="142874"/>
                  </a:lnTo>
                  <a:lnTo>
                    <a:pt x="4857749" y="2105024"/>
                  </a:lnTo>
                  <a:lnTo>
                    <a:pt x="4851597" y="2146498"/>
                  </a:lnTo>
                  <a:lnTo>
                    <a:pt x="4833669" y="2184400"/>
                  </a:lnTo>
                  <a:lnTo>
                    <a:pt x="4805514" y="2215468"/>
                  </a:lnTo>
                  <a:lnTo>
                    <a:pt x="4769549" y="2237023"/>
                  </a:lnTo>
                  <a:lnTo>
                    <a:pt x="4728877" y="2247212"/>
                  </a:lnTo>
                  <a:lnTo>
                    <a:pt x="4714874" y="2247899"/>
                  </a:lnTo>
                  <a:lnTo>
                    <a:pt x="142874" y="2247899"/>
                  </a:lnTo>
                  <a:lnTo>
                    <a:pt x="101399" y="2241748"/>
                  </a:lnTo>
                  <a:lnTo>
                    <a:pt x="63496" y="2223819"/>
                  </a:lnTo>
                  <a:lnTo>
                    <a:pt x="32428" y="2195663"/>
                  </a:lnTo>
                  <a:lnTo>
                    <a:pt x="10874" y="2159699"/>
                  </a:lnTo>
                  <a:lnTo>
                    <a:pt x="686" y="2119028"/>
                  </a:lnTo>
                  <a:lnTo>
                    <a:pt x="0" y="2105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69137" y="4481045"/>
            <a:ext cx="13525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solidFill>
                  <a:srgbClr val="00B4D8"/>
                </a:solidFill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9136" y="4913294"/>
            <a:ext cx="280162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25" dirty="0">
                <a:solidFill>
                  <a:srgbClr val="E6ECF2"/>
                </a:solidFill>
                <a:latin typeface="Lucida Sans Unicode"/>
                <a:cs typeface="Lucida Sans Unicode"/>
              </a:rPr>
              <a:t>Real-</a:t>
            </a:r>
            <a:r>
              <a:rPr sz="220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Time</a:t>
            </a:r>
            <a:r>
              <a:rPr sz="220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Messaging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9136" y="5484937"/>
            <a:ext cx="3823335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Instant</a:t>
            </a:r>
            <a:r>
              <a:rPr sz="15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delivery</a:t>
            </a:r>
            <a:r>
              <a:rPr sz="1550" spc="-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of</a:t>
            </a: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between</a:t>
            </a:r>
            <a:r>
              <a:rPr sz="1550" spc="-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users </a:t>
            </a:r>
            <a:r>
              <a:rPr sz="15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over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secure</a:t>
            </a:r>
            <a:r>
              <a:rPr sz="15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WebSocket</a:t>
            </a:r>
            <a:r>
              <a:rPr sz="15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channels.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944349" y="4105125"/>
            <a:ext cx="4876800" cy="2266950"/>
            <a:chOff x="11944349" y="4248149"/>
            <a:chExt cx="4876800" cy="2266950"/>
          </a:xfrm>
        </p:grpSpPr>
        <p:sp>
          <p:nvSpPr>
            <p:cNvPr id="19" name="object 19"/>
            <p:cNvSpPr/>
            <p:nvPr/>
          </p:nvSpPr>
          <p:spPr>
            <a:xfrm>
              <a:off x="11953874" y="4257846"/>
              <a:ext cx="4857750" cy="2247900"/>
            </a:xfrm>
            <a:custGeom>
              <a:avLst/>
              <a:gdLst/>
              <a:ahLst/>
              <a:cxnLst/>
              <a:rect l="l" t="t" r="r" b="b"/>
              <a:pathLst>
                <a:path w="4857750" h="2247900">
                  <a:moveTo>
                    <a:pt x="4721893" y="2247556"/>
                  </a:moveTo>
                  <a:lnTo>
                    <a:pt x="135855" y="2247556"/>
                  </a:lnTo>
                  <a:lnTo>
                    <a:pt x="121918" y="2246183"/>
                  </a:lnTo>
                  <a:lnTo>
                    <a:pt x="81777" y="2234007"/>
                  </a:lnTo>
                  <a:lnTo>
                    <a:pt x="46930" y="2210721"/>
                  </a:lnTo>
                  <a:lnTo>
                    <a:pt x="20320" y="2178297"/>
                  </a:lnTo>
                  <a:lnTo>
                    <a:pt x="4282" y="2139576"/>
                  </a:lnTo>
                  <a:lnTo>
                    <a:pt x="0" y="210485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5"/>
                  </a:lnTo>
                  <a:lnTo>
                    <a:pt x="57754" y="27949"/>
                  </a:lnTo>
                  <a:lnTo>
                    <a:pt x="94747" y="8176"/>
                  </a:lnTo>
                  <a:lnTo>
                    <a:pt x="135855" y="0"/>
                  </a:lnTo>
                  <a:lnTo>
                    <a:pt x="4721893" y="0"/>
                  </a:lnTo>
                  <a:lnTo>
                    <a:pt x="4735828" y="1372"/>
                  </a:lnTo>
                  <a:lnTo>
                    <a:pt x="4775967" y="13548"/>
                  </a:lnTo>
                  <a:lnTo>
                    <a:pt x="4810815" y="36833"/>
                  </a:lnTo>
                  <a:lnTo>
                    <a:pt x="4837425" y="69257"/>
                  </a:lnTo>
                  <a:lnTo>
                    <a:pt x="4853464" y="107978"/>
                  </a:lnTo>
                  <a:lnTo>
                    <a:pt x="4857577" y="135684"/>
                  </a:lnTo>
                  <a:lnTo>
                    <a:pt x="4857577" y="2111871"/>
                  </a:lnTo>
                  <a:lnTo>
                    <a:pt x="4849399" y="2152977"/>
                  </a:lnTo>
                  <a:lnTo>
                    <a:pt x="4829626" y="2189969"/>
                  </a:lnTo>
                  <a:lnTo>
                    <a:pt x="4799990" y="2219606"/>
                  </a:lnTo>
                  <a:lnTo>
                    <a:pt x="4762997" y="2239379"/>
                  </a:lnTo>
                  <a:lnTo>
                    <a:pt x="4721893" y="2247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953874" y="4257674"/>
              <a:ext cx="4857750" cy="2247900"/>
            </a:xfrm>
            <a:custGeom>
              <a:avLst/>
              <a:gdLst/>
              <a:ahLst/>
              <a:cxnLst/>
              <a:rect l="l" t="t" r="r" b="b"/>
              <a:pathLst>
                <a:path w="4857750" h="2247900">
                  <a:moveTo>
                    <a:pt x="0" y="2105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4" y="28120"/>
                  </a:lnTo>
                  <a:lnTo>
                    <a:pt x="94747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714874" y="0"/>
                  </a:lnTo>
                  <a:lnTo>
                    <a:pt x="4756347" y="6150"/>
                  </a:lnTo>
                  <a:lnTo>
                    <a:pt x="4794250" y="24077"/>
                  </a:lnTo>
                  <a:lnTo>
                    <a:pt x="4825318" y="52234"/>
                  </a:lnTo>
                  <a:lnTo>
                    <a:pt x="4846872" y="88198"/>
                  </a:lnTo>
                  <a:lnTo>
                    <a:pt x="4857062" y="128870"/>
                  </a:lnTo>
                  <a:lnTo>
                    <a:pt x="4857749" y="142874"/>
                  </a:lnTo>
                  <a:lnTo>
                    <a:pt x="4857749" y="2105024"/>
                  </a:lnTo>
                  <a:lnTo>
                    <a:pt x="4851597" y="2146498"/>
                  </a:lnTo>
                  <a:lnTo>
                    <a:pt x="4833668" y="2184400"/>
                  </a:lnTo>
                  <a:lnTo>
                    <a:pt x="4805512" y="2215468"/>
                  </a:lnTo>
                  <a:lnTo>
                    <a:pt x="4769548" y="2237023"/>
                  </a:lnTo>
                  <a:lnTo>
                    <a:pt x="4728877" y="2247212"/>
                  </a:lnTo>
                  <a:lnTo>
                    <a:pt x="4714874" y="2247899"/>
                  </a:lnTo>
                  <a:lnTo>
                    <a:pt x="142874" y="2247899"/>
                  </a:lnTo>
                  <a:lnTo>
                    <a:pt x="101397" y="2241748"/>
                  </a:lnTo>
                  <a:lnTo>
                    <a:pt x="63494" y="2223819"/>
                  </a:lnTo>
                  <a:lnTo>
                    <a:pt x="32429" y="2195663"/>
                  </a:lnTo>
                  <a:lnTo>
                    <a:pt x="10874" y="2159699"/>
                  </a:lnTo>
                  <a:lnTo>
                    <a:pt x="686" y="2119028"/>
                  </a:lnTo>
                  <a:lnTo>
                    <a:pt x="0" y="2105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311458" y="4481045"/>
            <a:ext cx="13525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solidFill>
                  <a:srgbClr val="BC8BFF"/>
                </a:solidFill>
                <a:latin typeface="Courier New"/>
                <a:cs typeface="Courier New"/>
              </a:rPr>
              <a:t>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11459" y="4913294"/>
            <a:ext cx="216471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220" dirty="0">
                <a:solidFill>
                  <a:srgbClr val="E6ECF2"/>
                </a:solidFill>
                <a:latin typeface="Lucida Sans Unicode"/>
                <a:cs typeface="Lucida Sans Unicode"/>
              </a:rPr>
              <a:t>AI</a:t>
            </a:r>
            <a:r>
              <a:rPr sz="2200" spc="1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Enhancement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11459" y="5484937"/>
            <a:ext cx="392811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Reconstructed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images</a:t>
            </a:r>
            <a:r>
              <a:rPr sz="15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are</a:t>
            </a: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sharpened 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and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denoised</a:t>
            </a: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for</a:t>
            </a:r>
            <a:r>
              <a:rPr sz="15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clarity</a:t>
            </a:r>
            <a:r>
              <a:rPr sz="15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on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recovery.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47800" y="6581625"/>
            <a:ext cx="4886324" cy="2152651"/>
            <a:chOff x="1466849" y="6724649"/>
            <a:chExt cx="5124450" cy="2266950"/>
          </a:xfrm>
        </p:grpSpPr>
        <p:sp>
          <p:nvSpPr>
            <p:cNvPr id="25" name="object 25"/>
            <p:cNvSpPr/>
            <p:nvPr/>
          </p:nvSpPr>
          <p:spPr>
            <a:xfrm>
              <a:off x="1476374" y="6734346"/>
              <a:ext cx="5105400" cy="2247900"/>
            </a:xfrm>
            <a:custGeom>
              <a:avLst/>
              <a:gdLst/>
              <a:ahLst/>
              <a:cxnLst/>
              <a:rect l="l" t="t" r="r" b="b"/>
              <a:pathLst>
                <a:path w="5105400" h="2247900">
                  <a:moveTo>
                    <a:pt x="4969543" y="2247556"/>
                  </a:moveTo>
                  <a:lnTo>
                    <a:pt x="135855" y="2247556"/>
                  </a:lnTo>
                  <a:lnTo>
                    <a:pt x="94749" y="2239379"/>
                  </a:lnTo>
                  <a:lnTo>
                    <a:pt x="57756" y="2219606"/>
                  </a:lnTo>
                  <a:lnTo>
                    <a:pt x="28121" y="2189969"/>
                  </a:lnTo>
                  <a:lnTo>
                    <a:pt x="8348" y="2152977"/>
                  </a:lnTo>
                  <a:lnTo>
                    <a:pt x="171" y="2111871"/>
                  </a:lnTo>
                  <a:lnTo>
                    <a:pt x="0" y="2104852"/>
                  </a:lnTo>
                  <a:lnTo>
                    <a:pt x="171" y="135683"/>
                  </a:lnTo>
                  <a:lnTo>
                    <a:pt x="8348" y="94576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4969543" y="0"/>
                  </a:lnTo>
                  <a:lnTo>
                    <a:pt x="5010650" y="8175"/>
                  </a:lnTo>
                  <a:lnTo>
                    <a:pt x="5047642" y="27948"/>
                  </a:lnTo>
                  <a:lnTo>
                    <a:pt x="5077277" y="57584"/>
                  </a:lnTo>
                  <a:lnTo>
                    <a:pt x="5097051" y="94576"/>
                  </a:lnTo>
                  <a:lnTo>
                    <a:pt x="5105228" y="135683"/>
                  </a:lnTo>
                  <a:lnTo>
                    <a:pt x="5105228" y="2111871"/>
                  </a:lnTo>
                  <a:lnTo>
                    <a:pt x="5097051" y="2152977"/>
                  </a:lnTo>
                  <a:lnTo>
                    <a:pt x="5077277" y="2189969"/>
                  </a:lnTo>
                  <a:lnTo>
                    <a:pt x="5047642" y="2219606"/>
                  </a:lnTo>
                  <a:lnTo>
                    <a:pt x="5010650" y="2239379"/>
                  </a:lnTo>
                  <a:lnTo>
                    <a:pt x="4969543" y="2247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76374" y="6734174"/>
              <a:ext cx="5105400" cy="2247900"/>
            </a:xfrm>
            <a:custGeom>
              <a:avLst/>
              <a:gdLst/>
              <a:ahLst/>
              <a:cxnLst/>
              <a:rect l="l" t="t" r="r" b="b"/>
              <a:pathLst>
                <a:path w="5105400" h="2247900">
                  <a:moveTo>
                    <a:pt x="0" y="2105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962524" y="0"/>
                  </a:lnTo>
                  <a:lnTo>
                    <a:pt x="5003999" y="6149"/>
                  </a:lnTo>
                  <a:lnTo>
                    <a:pt x="5041901" y="24077"/>
                  </a:lnTo>
                  <a:lnTo>
                    <a:pt x="5072969" y="52234"/>
                  </a:lnTo>
                  <a:lnTo>
                    <a:pt x="5094523" y="88198"/>
                  </a:lnTo>
                  <a:lnTo>
                    <a:pt x="5104713" y="128870"/>
                  </a:lnTo>
                  <a:lnTo>
                    <a:pt x="5105399" y="142874"/>
                  </a:lnTo>
                  <a:lnTo>
                    <a:pt x="5105399" y="2105024"/>
                  </a:lnTo>
                  <a:lnTo>
                    <a:pt x="5099248" y="2146498"/>
                  </a:lnTo>
                  <a:lnTo>
                    <a:pt x="5081320" y="2184400"/>
                  </a:lnTo>
                  <a:lnTo>
                    <a:pt x="5053164" y="2215469"/>
                  </a:lnTo>
                  <a:lnTo>
                    <a:pt x="5017200" y="2237023"/>
                  </a:lnTo>
                  <a:lnTo>
                    <a:pt x="4976529" y="2247213"/>
                  </a:lnTo>
                  <a:lnTo>
                    <a:pt x="4962524" y="2247899"/>
                  </a:lnTo>
                  <a:lnTo>
                    <a:pt x="142874" y="2247899"/>
                  </a:lnTo>
                  <a:lnTo>
                    <a:pt x="101399" y="2241749"/>
                  </a:lnTo>
                  <a:lnTo>
                    <a:pt x="63497" y="2223820"/>
                  </a:lnTo>
                  <a:lnTo>
                    <a:pt x="32429" y="2195663"/>
                  </a:lnTo>
                  <a:lnTo>
                    <a:pt x="10875" y="2159700"/>
                  </a:lnTo>
                  <a:lnTo>
                    <a:pt x="686" y="2119028"/>
                  </a:lnTo>
                  <a:lnTo>
                    <a:pt x="0" y="2105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05386" y="6957545"/>
            <a:ext cx="128970" cy="23275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05385" y="7389794"/>
            <a:ext cx="3510277" cy="3558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Tamper</a:t>
            </a:r>
            <a:r>
              <a:rPr sz="220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Detection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05385" y="7961437"/>
            <a:ext cx="3774640" cy="5893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Integrity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hashing</a:t>
            </a:r>
            <a:r>
              <a:rPr sz="15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flags</a:t>
            </a:r>
            <a:r>
              <a:rPr sz="15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any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share</a:t>
            </a:r>
            <a:r>
              <a:rPr sz="15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that</a:t>
            </a:r>
            <a:r>
              <a:rPr sz="15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was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altered</a:t>
            </a:r>
            <a:r>
              <a:rPr sz="15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5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transit.</a:t>
            </a:r>
            <a:endParaRPr sz="1550" dirty="0">
              <a:latin typeface="Lucida Sans Unicode"/>
              <a:cs typeface="Lucida Sans Unicode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705601" y="6581625"/>
            <a:ext cx="4867274" cy="2143606"/>
            <a:chOff x="6953249" y="6724649"/>
            <a:chExt cx="5124450" cy="2266950"/>
          </a:xfrm>
        </p:grpSpPr>
        <p:sp>
          <p:nvSpPr>
            <p:cNvPr id="31" name="object 31"/>
            <p:cNvSpPr/>
            <p:nvPr/>
          </p:nvSpPr>
          <p:spPr>
            <a:xfrm>
              <a:off x="6962774" y="6734346"/>
              <a:ext cx="5105400" cy="2247900"/>
            </a:xfrm>
            <a:custGeom>
              <a:avLst/>
              <a:gdLst/>
              <a:ahLst/>
              <a:cxnLst/>
              <a:rect l="l" t="t" r="r" b="b"/>
              <a:pathLst>
                <a:path w="5105400" h="2247900">
                  <a:moveTo>
                    <a:pt x="4969543" y="2247556"/>
                  </a:moveTo>
                  <a:lnTo>
                    <a:pt x="135855" y="2247556"/>
                  </a:lnTo>
                  <a:lnTo>
                    <a:pt x="94748" y="2239379"/>
                  </a:lnTo>
                  <a:lnTo>
                    <a:pt x="57755" y="2219606"/>
                  </a:lnTo>
                  <a:lnTo>
                    <a:pt x="28119" y="2189969"/>
                  </a:lnTo>
                  <a:lnTo>
                    <a:pt x="8346" y="2152977"/>
                  </a:lnTo>
                  <a:lnTo>
                    <a:pt x="171" y="2111871"/>
                  </a:lnTo>
                  <a:lnTo>
                    <a:pt x="0" y="2104852"/>
                  </a:lnTo>
                  <a:lnTo>
                    <a:pt x="171" y="135683"/>
                  </a:lnTo>
                  <a:lnTo>
                    <a:pt x="8347" y="94576"/>
                  </a:lnTo>
                  <a:lnTo>
                    <a:pt x="28119" y="57584"/>
                  </a:lnTo>
                  <a:lnTo>
                    <a:pt x="57756" y="27948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4969543" y="0"/>
                  </a:lnTo>
                  <a:lnTo>
                    <a:pt x="5010648" y="8175"/>
                  </a:lnTo>
                  <a:lnTo>
                    <a:pt x="5047641" y="27948"/>
                  </a:lnTo>
                  <a:lnTo>
                    <a:pt x="5077276" y="57584"/>
                  </a:lnTo>
                  <a:lnTo>
                    <a:pt x="5097049" y="94576"/>
                  </a:lnTo>
                  <a:lnTo>
                    <a:pt x="5105227" y="135683"/>
                  </a:lnTo>
                  <a:lnTo>
                    <a:pt x="5105227" y="2111871"/>
                  </a:lnTo>
                  <a:lnTo>
                    <a:pt x="5103853" y="2125807"/>
                  </a:lnTo>
                  <a:lnTo>
                    <a:pt x="5091677" y="2165947"/>
                  </a:lnTo>
                  <a:lnTo>
                    <a:pt x="5068393" y="2200795"/>
                  </a:lnTo>
                  <a:lnTo>
                    <a:pt x="5035968" y="2227405"/>
                  </a:lnTo>
                  <a:lnTo>
                    <a:pt x="4997247" y="2243444"/>
                  </a:lnTo>
                  <a:lnTo>
                    <a:pt x="4969543" y="2247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62774" y="6734174"/>
              <a:ext cx="5105400" cy="2247900"/>
            </a:xfrm>
            <a:custGeom>
              <a:avLst/>
              <a:gdLst/>
              <a:ahLst/>
              <a:cxnLst/>
              <a:rect l="l" t="t" r="r" b="b"/>
              <a:pathLst>
                <a:path w="5105400" h="2247900">
                  <a:moveTo>
                    <a:pt x="0" y="2105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962524" y="0"/>
                  </a:lnTo>
                  <a:lnTo>
                    <a:pt x="5003998" y="6149"/>
                  </a:lnTo>
                  <a:lnTo>
                    <a:pt x="5041900" y="24077"/>
                  </a:lnTo>
                  <a:lnTo>
                    <a:pt x="5072968" y="52234"/>
                  </a:lnTo>
                  <a:lnTo>
                    <a:pt x="5094522" y="88198"/>
                  </a:lnTo>
                  <a:lnTo>
                    <a:pt x="5104712" y="128870"/>
                  </a:lnTo>
                  <a:lnTo>
                    <a:pt x="5105399" y="142874"/>
                  </a:lnTo>
                  <a:lnTo>
                    <a:pt x="5105399" y="2105024"/>
                  </a:lnTo>
                  <a:lnTo>
                    <a:pt x="5099246" y="2146498"/>
                  </a:lnTo>
                  <a:lnTo>
                    <a:pt x="5081318" y="2184400"/>
                  </a:lnTo>
                  <a:lnTo>
                    <a:pt x="5053163" y="2215469"/>
                  </a:lnTo>
                  <a:lnTo>
                    <a:pt x="5017199" y="2237023"/>
                  </a:lnTo>
                  <a:lnTo>
                    <a:pt x="4976528" y="2247213"/>
                  </a:lnTo>
                  <a:lnTo>
                    <a:pt x="4962524" y="2247899"/>
                  </a:lnTo>
                  <a:lnTo>
                    <a:pt x="142874" y="2247899"/>
                  </a:lnTo>
                  <a:lnTo>
                    <a:pt x="101399" y="2241749"/>
                  </a:lnTo>
                  <a:lnTo>
                    <a:pt x="63496" y="2223820"/>
                  </a:lnTo>
                  <a:lnTo>
                    <a:pt x="32428" y="2195663"/>
                  </a:lnTo>
                  <a:lnTo>
                    <a:pt x="10874" y="2159700"/>
                  </a:lnTo>
                  <a:lnTo>
                    <a:pt x="685" y="2119028"/>
                  </a:lnTo>
                  <a:lnTo>
                    <a:pt x="0" y="2105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834" y="6957545"/>
            <a:ext cx="13525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50" dirty="0">
                <a:solidFill>
                  <a:srgbClr val="E3B340"/>
                </a:solidFill>
                <a:latin typeface="Courier New"/>
                <a:cs typeface="Courier New"/>
              </a:rPr>
              <a:t>5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10833" y="7389794"/>
            <a:ext cx="311023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Zero-</a:t>
            </a:r>
            <a:r>
              <a:rPr sz="220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Knowledge</a:t>
            </a:r>
            <a:r>
              <a:rPr sz="220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Server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10833" y="7961437"/>
            <a:ext cx="3608704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5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server</a:t>
            </a:r>
            <a:r>
              <a:rPr sz="15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relays</a:t>
            </a:r>
            <a:r>
              <a:rPr sz="15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</a:t>
            </a:r>
            <a:r>
              <a:rPr sz="15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but</a:t>
            </a:r>
            <a:r>
              <a:rPr sz="15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can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never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</a:t>
            </a:r>
            <a:r>
              <a:rPr sz="15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original</a:t>
            </a:r>
            <a:r>
              <a:rPr sz="1550" spc="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image.</a:t>
            </a:r>
            <a:endParaRPr sz="1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938020"/>
            <a:ext cx="291401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6</a:t>
            </a:r>
            <a:r>
              <a:rPr sz="1400" spc="114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</a:t>
            </a:r>
            <a:r>
              <a:rPr sz="1400" spc="114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114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W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K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S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9387" y="2241063"/>
            <a:ext cx="496189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50" spc="-360" dirty="0"/>
              <a:t>How</a:t>
            </a:r>
            <a:r>
              <a:rPr sz="6850" spc="-755" dirty="0"/>
              <a:t> </a:t>
            </a:r>
            <a:r>
              <a:rPr sz="6850" spc="175" dirty="0"/>
              <a:t>it</a:t>
            </a:r>
            <a:r>
              <a:rPr sz="6850" spc="-509" dirty="0"/>
              <a:t> </a:t>
            </a:r>
            <a:r>
              <a:rPr sz="6850" spc="-330" dirty="0"/>
              <a:t>works</a:t>
            </a:r>
            <a:endParaRPr sz="6850"/>
          </a:p>
        </p:txBody>
      </p:sp>
      <p:grpSp>
        <p:nvGrpSpPr>
          <p:cNvPr id="5" name="object 5"/>
          <p:cNvGrpSpPr/>
          <p:nvPr/>
        </p:nvGrpSpPr>
        <p:grpSpPr>
          <a:xfrm>
            <a:off x="1466849" y="3543299"/>
            <a:ext cx="6324600" cy="857250"/>
            <a:chOff x="1466849" y="3543299"/>
            <a:chExt cx="6324600" cy="857250"/>
          </a:xfrm>
        </p:grpSpPr>
        <p:sp>
          <p:nvSpPr>
            <p:cNvPr id="6" name="object 6"/>
            <p:cNvSpPr/>
            <p:nvPr/>
          </p:nvSpPr>
          <p:spPr>
            <a:xfrm>
              <a:off x="1476374" y="3552824"/>
              <a:ext cx="6305550" cy="838200"/>
            </a:xfrm>
            <a:custGeom>
              <a:avLst/>
              <a:gdLst/>
              <a:ahLst/>
              <a:cxnLst/>
              <a:rect l="l" t="t" r="r" b="b"/>
              <a:pathLst>
                <a:path w="6305550" h="838200">
                  <a:moveTo>
                    <a:pt x="6207653" y="838199"/>
                  </a:moveTo>
                  <a:lnTo>
                    <a:pt x="97895" y="838199"/>
                  </a:lnTo>
                  <a:lnTo>
                    <a:pt x="91081" y="837528"/>
                  </a:lnTo>
                  <a:lnTo>
                    <a:pt x="52285" y="824363"/>
                  </a:lnTo>
                  <a:lnTo>
                    <a:pt x="21479" y="797354"/>
                  </a:lnTo>
                  <a:lnTo>
                    <a:pt x="3355" y="760612"/>
                  </a:lnTo>
                  <a:lnTo>
                    <a:pt x="0" y="740304"/>
                  </a:lnTo>
                  <a:lnTo>
                    <a:pt x="0" y="733424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6207653" y="0"/>
                  </a:lnTo>
                  <a:lnTo>
                    <a:pt x="6247225" y="10607"/>
                  </a:lnTo>
                  <a:lnTo>
                    <a:pt x="6279726" y="35552"/>
                  </a:lnTo>
                  <a:lnTo>
                    <a:pt x="6300206" y="71034"/>
                  </a:lnTo>
                  <a:lnTo>
                    <a:pt x="6305548" y="97895"/>
                  </a:lnTo>
                  <a:lnTo>
                    <a:pt x="6305548" y="740304"/>
                  </a:lnTo>
                  <a:lnTo>
                    <a:pt x="6294940" y="779875"/>
                  </a:lnTo>
                  <a:lnTo>
                    <a:pt x="6269997" y="812376"/>
                  </a:lnTo>
                  <a:lnTo>
                    <a:pt x="6234513" y="832856"/>
                  </a:lnTo>
                  <a:lnTo>
                    <a:pt x="6214467" y="837528"/>
                  </a:lnTo>
                  <a:lnTo>
                    <a:pt x="6207653" y="838199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6374" y="3552824"/>
              <a:ext cx="6305550" cy="838200"/>
            </a:xfrm>
            <a:custGeom>
              <a:avLst/>
              <a:gdLst/>
              <a:ahLst/>
              <a:cxnLst/>
              <a:rect l="l" t="t" r="r" b="b"/>
              <a:pathLst>
                <a:path w="6305550" h="838200">
                  <a:moveTo>
                    <a:pt x="0" y="73342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3" y="35552"/>
                  </a:lnTo>
                  <a:lnTo>
                    <a:pt x="30687" y="30688"/>
                  </a:lnTo>
                  <a:lnTo>
                    <a:pt x="35552" y="25823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6200774" y="0"/>
                  </a:lnTo>
                  <a:lnTo>
                    <a:pt x="6207653" y="0"/>
                  </a:lnTo>
                  <a:lnTo>
                    <a:pt x="6214467" y="670"/>
                  </a:lnTo>
                  <a:lnTo>
                    <a:pt x="6221215" y="2013"/>
                  </a:lnTo>
                  <a:lnTo>
                    <a:pt x="6227962" y="3355"/>
                  </a:lnTo>
                  <a:lnTo>
                    <a:pt x="6234513" y="5342"/>
                  </a:lnTo>
                  <a:lnTo>
                    <a:pt x="6240869" y="7975"/>
                  </a:lnTo>
                  <a:lnTo>
                    <a:pt x="6247225" y="10607"/>
                  </a:lnTo>
                  <a:lnTo>
                    <a:pt x="6253263" y="13835"/>
                  </a:lnTo>
                  <a:lnTo>
                    <a:pt x="6258983" y="17657"/>
                  </a:lnTo>
                  <a:lnTo>
                    <a:pt x="6264704" y="21479"/>
                  </a:lnTo>
                  <a:lnTo>
                    <a:pt x="6269997" y="25823"/>
                  </a:lnTo>
                  <a:lnTo>
                    <a:pt x="6274861" y="30688"/>
                  </a:lnTo>
                  <a:lnTo>
                    <a:pt x="6279726" y="35552"/>
                  </a:lnTo>
                  <a:lnTo>
                    <a:pt x="6284069" y="40844"/>
                  </a:lnTo>
                  <a:lnTo>
                    <a:pt x="6287891" y="46564"/>
                  </a:lnTo>
                  <a:lnTo>
                    <a:pt x="6291713" y="52284"/>
                  </a:lnTo>
                  <a:lnTo>
                    <a:pt x="6304877" y="91081"/>
                  </a:lnTo>
                  <a:lnTo>
                    <a:pt x="6305549" y="104774"/>
                  </a:lnTo>
                  <a:lnTo>
                    <a:pt x="6305549" y="733424"/>
                  </a:lnTo>
                  <a:lnTo>
                    <a:pt x="6297573" y="773520"/>
                  </a:lnTo>
                  <a:lnTo>
                    <a:pt x="6294940" y="779875"/>
                  </a:lnTo>
                  <a:lnTo>
                    <a:pt x="6291713" y="785913"/>
                  </a:lnTo>
                  <a:lnTo>
                    <a:pt x="6287891" y="791634"/>
                  </a:lnTo>
                  <a:lnTo>
                    <a:pt x="6284069" y="797354"/>
                  </a:lnTo>
                  <a:lnTo>
                    <a:pt x="6279726" y="802646"/>
                  </a:lnTo>
                  <a:lnTo>
                    <a:pt x="6274861" y="807511"/>
                  </a:lnTo>
                  <a:lnTo>
                    <a:pt x="6269997" y="812376"/>
                  </a:lnTo>
                  <a:lnTo>
                    <a:pt x="6264704" y="816719"/>
                  </a:lnTo>
                  <a:lnTo>
                    <a:pt x="6258983" y="820541"/>
                  </a:lnTo>
                  <a:lnTo>
                    <a:pt x="6253263" y="824363"/>
                  </a:lnTo>
                  <a:lnTo>
                    <a:pt x="6247225" y="827590"/>
                  </a:lnTo>
                  <a:lnTo>
                    <a:pt x="6240869" y="830223"/>
                  </a:lnTo>
                  <a:lnTo>
                    <a:pt x="6234513" y="832856"/>
                  </a:lnTo>
                  <a:lnTo>
                    <a:pt x="6227962" y="834844"/>
                  </a:lnTo>
                  <a:lnTo>
                    <a:pt x="6221215" y="836186"/>
                  </a:lnTo>
                  <a:lnTo>
                    <a:pt x="6214467" y="837528"/>
                  </a:lnTo>
                  <a:lnTo>
                    <a:pt x="6207653" y="838199"/>
                  </a:lnTo>
                  <a:lnTo>
                    <a:pt x="6200774" y="838199"/>
                  </a:lnTo>
                  <a:lnTo>
                    <a:pt x="104774" y="838199"/>
                  </a:lnTo>
                  <a:lnTo>
                    <a:pt x="97895" y="838199"/>
                  </a:lnTo>
                  <a:lnTo>
                    <a:pt x="91081" y="837528"/>
                  </a:lnTo>
                  <a:lnTo>
                    <a:pt x="84334" y="836186"/>
                  </a:lnTo>
                  <a:lnTo>
                    <a:pt x="77586" y="834844"/>
                  </a:lnTo>
                  <a:lnTo>
                    <a:pt x="71035" y="832856"/>
                  </a:lnTo>
                  <a:lnTo>
                    <a:pt x="64679" y="830223"/>
                  </a:lnTo>
                  <a:lnTo>
                    <a:pt x="58323" y="827590"/>
                  </a:lnTo>
                  <a:lnTo>
                    <a:pt x="52285" y="824363"/>
                  </a:lnTo>
                  <a:lnTo>
                    <a:pt x="46564" y="820541"/>
                  </a:lnTo>
                  <a:lnTo>
                    <a:pt x="40844" y="816719"/>
                  </a:lnTo>
                  <a:lnTo>
                    <a:pt x="17657" y="791634"/>
                  </a:lnTo>
                  <a:lnTo>
                    <a:pt x="13835" y="785913"/>
                  </a:lnTo>
                  <a:lnTo>
                    <a:pt x="671" y="747118"/>
                  </a:lnTo>
                  <a:lnTo>
                    <a:pt x="0" y="740304"/>
                  </a:lnTo>
                  <a:lnTo>
                    <a:pt x="0" y="7334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59235" y="3754247"/>
            <a:ext cx="4557395" cy="3975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solidFill>
                  <a:srgbClr val="58A6FF"/>
                </a:solidFill>
                <a:latin typeface="Courier New"/>
                <a:cs typeface="Courier New"/>
              </a:rPr>
              <a:t>Share</a:t>
            </a:r>
            <a:r>
              <a:rPr sz="2400" spc="7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58A6FF"/>
                </a:solidFill>
                <a:latin typeface="Courier New"/>
                <a:cs typeface="Courier New"/>
              </a:rPr>
              <a:t>A</a:t>
            </a:r>
            <a:r>
              <a:rPr sz="2400" dirty="0">
                <a:solidFill>
                  <a:srgbClr val="8B949D"/>
                </a:solidFill>
                <a:latin typeface="Segoe UI Symbol"/>
                <a:cs typeface="Segoe UI Symbol"/>
              </a:rPr>
              <a:t>⊕</a:t>
            </a:r>
            <a:r>
              <a:rPr sz="2400" dirty="0">
                <a:solidFill>
                  <a:srgbClr val="00B4D8"/>
                </a:solidFill>
                <a:latin typeface="Courier New"/>
                <a:cs typeface="Courier New"/>
              </a:rPr>
              <a:t>Share</a:t>
            </a:r>
            <a:r>
              <a:rPr sz="2400" spc="7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00B4D8"/>
                </a:solidFill>
                <a:latin typeface="Courier New"/>
                <a:cs typeface="Courier New"/>
              </a:rPr>
              <a:t>B</a:t>
            </a:r>
            <a:r>
              <a:rPr sz="2400" spc="-10" dirty="0">
                <a:solidFill>
                  <a:srgbClr val="8B949D"/>
                </a:solidFill>
                <a:latin typeface="Courier New"/>
                <a:cs typeface="Courier New"/>
              </a:rPr>
              <a:t>=</a:t>
            </a:r>
            <a:r>
              <a:rPr sz="2400" spc="-10" dirty="0">
                <a:solidFill>
                  <a:srgbClr val="3FB94F"/>
                </a:solidFill>
                <a:latin typeface="Courier New"/>
                <a:cs typeface="Courier New"/>
              </a:rPr>
              <a:t>Original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66849" y="4914899"/>
            <a:ext cx="3581400" cy="2609850"/>
            <a:chOff x="1466849" y="4914899"/>
            <a:chExt cx="3581400" cy="2609850"/>
          </a:xfrm>
        </p:grpSpPr>
        <p:sp>
          <p:nvSpPr>
            <p:cNvPr id="10" name="object 10"/>
            <p:cNvSpPr/>
            <p:nvPr/>
          </p:nvSpPr>
          <p:spPr>
            <a:xfrm>
              <a:off x="1476374" y="4924596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3426493" y="2590456"/>
                  </a:moveTo>
                  <a:lnTo>
                    <a:pt x="135855" y="2590456"/>
                  </a:lnTo>
                  <a:lnTo>
                    <a:pt x="94749" y="2582279"/>
                  </a:lnTo>
                  <a:lnTo>
                    <a:pt x="57756" y="2562506"/>
                  </a:lnTo>
                  <a:lnTo>
                    <a:pt x="28121" y="2532870"/>
                  </a:lnTo>
                  <a:lnTo>
                    <a:pt x="8348" y="2495877"/>
                  </a:lnTo>
                  <a:lnTo>
                    <a:pt x="171" y="2454772"/>
                  </a:lnTo>
                  <a:lnTo>
                    <a:pt x="0" y="244775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9" y="8176"/>
                  </a:lnTo>
                  <a:lnTo>
                    <a:pt x="3504591" y="27948"/>
                  </a:lnTo>
                  <a:lnTo>
                    <a:pt x="3534228" y="57585"/>
                  </a:lnTo>
                  <a:lnTo>
                    <a:pt x="3554000" y="94577"/>
                  </a:lnTo>
                  <a:lnTo>
                    <a:pt x="3562178" y="135684"/>
                  </a:lnTo>
                  <a:lnTo>
                    <a:pt x="3562178" y="2454772"/>
                  </a:lnTo>
                  <a:lnTo>
                    <a:pt x="3554000" y="2495877"/>
                  </a:lnTo>
                  <a:lnTo>
                    <a:pt x="3534227" y="2532870"/>
                  </a:lnTo>
                  <a:lnTo>
                    <a:pt x="3504592" y="2562506"/>
                  </a:lnTo>
                  <a:lnTo>
                    <a:pt x="3467599" y="2582279"/>
                  </a:lnTo>
                  <a:lnTo>
                    <a:pt x="3426493" y="25904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6374" y="4924424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0" y="24479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8" y="6150"/>
                  </a:lnTo>
                  <a:lnTo>
                    <a:pt x="3498850" y="24078"/>
                  </a:lnTo>
                  <a:lnTo>
                    <a:pt x="3529919" y="52234"/>
                  </a:lnTo>
                  <a:lnTo>
                    <a:pt x="3551473" y="88198"/>
                  </a:lnTo>
                  <a:lnTo>
                    <a:pt x="3561663" y="128870"/>
                  </a:lnTo>
                  <a:lnTo>
                    <a:pt x="3562349" y="142874"/>
                  </a:lnTo>
                  <a:lnTo>
                    <a:pt x="3562349" y="2447924"/>
                  </a:lnTo>
                  <a:lnTo>
                    <a:pt x="3556198" y="2489398"/>
                  </a:lnTo>
                  <a:lnTo>
                    <a:pt x="3538269" y="2527300"/>
                  </a:lnTo>
                  <a:lnTo>
                    <a:pt x="3510114" y="2558369"/>
                  </a:lnTo>
                  <a:lnTo>
                    <a:pt x="3474149" y="2579923"/>
                  </a:lnTo>
                  <a:lnTo>
                    <a:pt x="3433478" y="2590113"/>
                  </a:lnTo>
                  <a:lnTo>
                    <a:pt x="3419474" y="2590799"/>
                  </a:lnTo>
                  <a:lnTo>
                    <a:pt x="142874" y="2590799"/>
                  </a:lnTo>
                  <a:lnTo>
                    <a:pt x="101399" y="2584648"/>
                  </a:lnTo>
                  <a:lnTo>
                    <a:pt x="63497" y="2566719"/>
                  </a:lnTo>
                  <a:lnTo>
                    <a:pt x="32429" y="2538564"/>
                  </a:lnTo>
                  <a:lnTo>
                    <a:pt x="10875" y="2502599"/>
                  </a:lnTo>
                  <a:lnTo>
                    <a:pt x="686" y="2461928"/>
                  </a:lnTo>
                  <a:lnTo>
                    <a:pt x="0" y="24479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89608" y="5170233"/>
            <a:ext cx="2661920" cy="177736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700" b="1" spc="-50" dirty="0">
                <a:solidFill>
                  <a:srgbClr val="58A6FF"/>
                </a:solidFill>
                <a:latin typeface="Courier New"/>
                <a:cs typeface="Courier New"/>
              </a:rPr>
              <a:t>1</a:t>
            </a:r>
            <a:endParaRPr sz="3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0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Split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ts val="2250"/>
              </a:lnSpc>
            </a:pP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Each</a:t>
            </a:r>
            <a:r>
              <a:rPr sz="150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pixel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is</a:t>
            </a:r>
            <a:r>
              <a:rPr sz="150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30" dirty="0">
                <a:solidFill>
                  <a:srgbClr val="8B949D"/>
                </a:solidFill>
                <a:latin typeface="Lucida Sans Unicode"/>
                <a:cs typeface="Lucida Sans Unicode"/>
              </a:rPr>
              <a:t>XOR-</a:t>
            </a:r>
            <a:r>
              <a:rPr sz="15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divided</a:t>
            </a:r>
            <a:r>
              <a:rPr sz="15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into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two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random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91149" y="4914899"/>
            <a:ext cx="3581400" cy="2609850"/>
            <a:chOff x="5391149" y="4914899"/>
            <a:chExt cx="3581400" cy="2609850"/>
          </a:xfrm>
        </p:grpSpPr>
        <p:sp>
          <p:nvSpPr>
            <p:cNvPr id="14" name="object 14"/>
            <p:cNvSpPr/>
            <p:nvPr/>
          </p:nvSpPr>
          <p:spPr>
            <a:xfrm>
              <a:off x="5400674" y="4924596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3426493" y="2590456"/>
                  </a:moveTo>
                  <a:lnTo>
                    <a:pt x="135855" y="2590456"/>
                  </a:lnTo>
                  <a:lnTo>
                    <a:pt x="94749" y="2582279"/>
                  </a:lnTo>
                  <a:lnTo>
                    <a:pt x="57756" y="2562506"/>
                  </a:lnTo>
                  <a:lnTo>
                    <a:pt x="28120" y="2532870"/>
                  </a:lnTo>
                  <a:lnTo>
                    <a:pt x="8347" y="2495877"/>
                  </a:lnTo>
                  <a:lnTo>
                    <a:pt x="171" y="2454772"/>
                  </a:lnTo>
                  <a:lnTo>
                    <a:pt x="0" y="244775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4"/>
                  </a:lnTo>
                  <a:lnTo>
                    <a:pt x="57757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8" y="8176"/>
                  </a:lnTo>
                  <a:lnTo>
                    <a:pt x="3504591" y="27948"/>
                  </a:lnTo>
                  <a:lnTo>
                    <a:pt x="3534227" y="57585"/>
                  </a:lnTo>
                  <a:lnTo>
                    <a:pt x="3553999" y="94577"/>
                  </a:lnTo>
                  <a:lnTo>
                    <a:pt x="3562178" y="135684"/>
                  </a:lnTo>
                  <a:lnTo>
                    <a:pt x="3562178" y="2454772"/>
                  </a:lnTo>
                  <a:lnTo>
                    <a:pt x="3553999" y="2495877"/>
                  </a:lnTo>
                  <a:lnTo>
                    <a:pt x="3534227" y="2532870"/>
                  </a:lnTo>
                  <a:lnTo>
                    <a:pt x="3504591" y="2562506"/>
                  </a:lnTo>
                  <a:lnTo>
                    <a:pt x="3467598" y="2582279"/>
                  </a:lnTo>
                  <a:lnTo>
                    <a:pt x="3426493" y="25904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0674" y="4924424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0" y="24479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20" y="57756"/>
                  </a:lnTo>
                  <a:lnTo>
                    <a:pt x="57757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8" y="6150"/>
                  </a:lnTo>
                  <a:lnTo>
                    <a:pt x="3498850" y="24078"/>
                  </a:lnTo>
                  <a:lnTo>
                    <a:pt x="3529918" y="52234"/>
                  </a:lnTo>
                  <a:lnTo>
                    <a:pt x="3551472" y="88198"/>
                  </a:lnTo>
                  <a:lnTo>
                    <a:pt x="3561663" y="128870"/>
                  </a:lnTo>
                  <a:lnTo>
                    <a:pt x="3562349" y="142874"/>
                  </a:lnTo>
                  <a:lnTo>
                    <a:pt x="3562349" y="2447924"/>
                  </a:lnTo>
                  <a:lnTo>
                    <a:pt x="3556197" y="2489398"/>
                  </a:lnTo>
                  <a:lnTo>
                    <a:pt x="3538269" y="2527300"/>
                  </a:lnTo>
                  <a:lnTo>
                    <a:pt x="3510113" y="2558369"/>
                  </a:lnTo>
                  <a:lnTo>
                    <a:pt x="3474149" y="2579923"/>
                  </a:lnTo>
                  <a:lnTo>
                    <a:pt x="3433478" y="2590113"/>
                  </a:lnTo>
                  <a:lnTo>
                    <a:pt x="3419474" y="2590799"/>
                  </a:lnTo>
                  <a:lnTo>
                    <a:pt x="142874" y="2590799"/>
                  </a:lnTo>
                  <a:lnTo>
                    <a:pt x="101399" y="2584648"/>
                  </a:lnTo>
                  <a:lnTo>
                    <a:pt x="63497" y="2566719"/>
                  </a:lnTo>
                  <a:lnTo>
                    <a:pt x="32429" y="2538564"/>
                  </a:lnTo>
                  <a:lnTo>
                    <a:pt x="10874" y="2502599"/>
                  </a:lnTo>
                  <a:lnTo>
                    <a:pt x="686" y="2461928"/>
                  </a:lnTo>
                  <a:lnTo>
                    <a:pt x="0" y="24479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12419" y="5170233"/>
            <a:ext cx="2627630" cy="206311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700" b="1" spc="-50" dirty="0">
                <a:solidFill>
                  <a:srgbClr val="00B4D8"/>
                </a:solidFill>
                <a:latin typeface="Courier New"/>
                <a:cs typeface="Courier New"/>
              </a:rPr>
              <a:t>2</a:t>
            </a:r>
            <a:endParaRPr sz="3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0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Send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ts val="2250"/>
              </a:lnSpc>
            </a:pPr>
            <a:r>
              <a:rPr sz="150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Only</a:t>
            </a:r>
            <a:r>
              <a:rPr sz="150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5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409" dirty="0">
                <a:solidFill>
                  <a:srgbClr val="8B949D"/>
                </a:solidFill>
                <a:latin typeface="Lucida Sans Unicode"/>
                <a:cs typeface="Lucida Sans Unicode"/>
              </a:rPr>
              <a:t>1</a:t>
            </a: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crosses</a:t>
            </a:r>
            <a:r>
              <a:rPr sz="150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the </a:t>
            </a:r>
            <a:r>
              <a:rPr sz="15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network;</a:t>
            </a:r>
            <a:r>
              <a:rPr sz="1500" spc="-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5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2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stays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the </a:t>
            </a:r>
            <a:r>
              <a:rPr sz="15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receiver’s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browser.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15449" y="4914899"/>
            <a:ext cx="3581400" cy="2609850"/>
            <a:chOff x="9315449" y="4914899"/>
            <a:chExt cx="3581400" cy="2609850"/>
          </a:xfrm>
        </p:grpSpPr>
        <p:sp>
          <p:nvSpPr>
            <p:cNvPr id="18" name="object 18"/>
            <p:cNvSpPr/>
            <p:nvPr/>
          </p:nvSpPr>
          <p:spPr>
            <a:xfrm>
              <a:off x="9324974" y="4924596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3426493" y="2590456"/>
                  </a:moveTo>
                  <a:lnTo>
                    <a:pt x="135855" y="2590456"/>
                  </a:lnTo>
                  <a:lnTo>
                    <a:pt x="94747" y="2582279"/>
                  </a:lnTo>
                  <a:lnTo>
                    <a:pt x="57756" y="2562506"/>
                  </a:lnTo>
                  <a:lnTo>
                    <a:pt x="28119" y="2532870"/>
                  </a:lnTo>
                  <a:lnTo>
                    <a:pt x="8346" y="2495877"/>
                  </a:lnTo>
                  <a:lnTo>
                    <a:pt x="171" y="2454772"/>
                  </a:lnTo>
                  <a:lnTo>
                    <a:pt x="0" y="244775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4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8" y="8176"/>
                  </a:lnTo>
                  <a:lnTo>
                    <a:pt x="3504591" y="27948"/>
                  </a:lnTo>
                  <a:lnTo>
                    <a:pt x="3534226" y="57585"/>
                  </a:lnTo>
                  <a:lnTo>
                    <a:pt x="3553999" y="94577"/>
                  </a:lnTo>
                  <a:lnTo>
                    <a:pt x="3562177" y="135684"/>
                  </a:lnTo>
                  <a:lnTo>
                    <a:pt x="3562177" y="2454772"/>
                  </a:lnTo>
                  <a:lnTo>
                    <a:pt x="3553999" y="2495877"/>
                  </a:lnTo>
                  <a:lnTo>
                    <a:pt x="3534226" y="2532870"/>
                  </a:lnTo>
                  <a:lnTo>
                    <a:pt x="3504591" y="2562506"/>
                  </a:lnTo>
                  <a:lnTo>
                    <a:pt x="3467598" y="2582279"/>
                  </a:lnTo>
                  <a:lnTo>
                    <a:pt x="3426493" y="25904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24974" y="4924424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0" y="24479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8" y="6150"/>
                  </a:lnTo>
                  <a:lnTo>
                    <a:pt x="3498850" y="24078"/>
                  </a:lnTo>
                  <a:lnTo>
                    <a:pt x="3529917" y="52234"/>
                  </a:lnTo>
                  <a:lnTo>
                    <a:pt x="3551471" y="88198"/>
                  </a:lnTo>
                  <a:lnTo>
                    <a:pt x="3561662" y="128870"/>
                  </a:lnTo>
                  <a:lnTo>
                    <a:pt x="3562349" y="142874"/>
                  </a:lnTo>
                  <a:lnTo>
                    <a:pt x="3562349" y="2447924"/>
                  </a:lnTo>
                  <a:lnTo>
                    <a:pt x="3556196" y="2489398"/>
                  </a:lnTo>
                  <a:lnTo>
                    <a:pt x="3538268" y="2527300"/>
                  </a:lnTo>
                  <a:lnTo>
                    <a:pt x="3510113" y="2558369"/>
                  </a:lnTo>
                  <a:lnTo>
                    <a:pt x="3474149" y="2579923"/>
                  </a:lnTo>
                  <a:lnTo>
                    <a:pt x="3433478" y="2590113"/>
                  </a:lnTo>
                  <a:lnTo>
                    <a:pt x="3419474" y="2590799"/>
                  </a:lnTo>
                  <a:lnTo>
                    <a:pt x="142874" y="2590799"/>
                  </a:lnTo>
                  <a:lnTo>
                    <a:pt x="101398" y="2584648"/>
                  </a:lnTo>
                  <a:lnTo>
                    <a:pt x="63496" y="2566719"/>
                  </a:lnTo>
                  <a:lnTo>
                    <a:pt x="32429" y="2538564"/>
                  </a:lnTo>
                  <a:lnTo>
                    <a:pt x="10874" y="2502599"/>
                  </a:lnTo>
                  <a:lnTo>
                    <a:pt x="685" y="2461928"/>
                  </a:lnTo>
                  <a:lnTo>
                    <a:pt x="0" y="24479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635232" y="5170233"/>
            <a:ext cx="2451735" cy="177736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700" b="1" spc="-50" dirty="0">
                <a:solidFill>
                  <a:srgbClr val="BC8BFF"/>
                </a:solidFill>
                <a:latin typeface="Courier New"/>
                <a:cs typeface="Courier New"/>
              </a:rPr>
              <a:t>3</a:t>
            </a:r>
            <a:endParaRPr sz="3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0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Combine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ts val="2250"/>
              </a:lnSpc>
            </a:pPr>
            <a:r>
              <a:rPr sz="15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XOR</a:t>
            </a:r>
            <a:r>
              <a:rPr sz="150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re-</a:t>
            </a:r>
            <a:r>
              <a:rPr sz="15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applies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to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perfectly 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rebuild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50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original.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239748" y="4914899"/>
            <a:ext cx="3581400" cy="2609850"/>
            <a:chOff x="13239748" y="4914899"/>
            <a:chExt cx="3581400" cy="2609850"/>
          </a:xfrm>
        </p:grpSpPr>
        <p:sp>
          <p:nvSpPr>
            <p:cNvPr id="22" name="object 22"/>
            <p:cNvSpPr/>
            <p:nvPr/>
          </p:nvSpPr>
          <p:spPr>
            <a:xfrm>
              <a:off x="13249273" y="4924596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3426493" y="2590456"/>
                  </a:moveTo>
                  <a:lnTo>
                    <a:pt x="135855" y="2590456"/>
                  </a:lnTo>
                  <a:lnTo>
                    <a:pt x="94748" y="2582279"/>
                  </a:lnTo>
                  <a:lnTo>
                    <a:pt x="57756" y="2562506"/>
                  </a:lnTo>
                  <a:lnTo>
                    <a:pt x="28119" y="2532870"/>
                  </a:lnTo>
                  <a:lnTo>
                    <a:pt x="8345" y="2495877"/>
                  </a:lnTo>
                  <a:lnTo>
                    <a:pt x="170" y="2454772"/>
                  </a:lnTo>
                  <a:lnTo>
                    <a:pt x="0" y="2447753"/>
                  </a:lnTo>
                  <a:lnTo>
                    <a:pt x="170" y="135684"/>
                  </a:lnTo>
                  <a:lnTo>
                    <a:pt x="8345" y="94577"/>
                  </a:lnTo>
                  <a:lnTo>
                    <a:pt x="28119" y="57584"/>
                  </a:lnTo>
                  <a:lnTo>
                    <a:pt x="57756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7" y="8176"/>
                  </a:lnTo>
                  <a:lnTo>
                    <a:pt x="3504590" y="27948"/>
                  </a:lnTo>
                  <a:lnTo>
                    <a:pt x="3534226" y="57585"/>
                  </a:lnTo>
                  <a:lnTo>
                    <a:pt x="3553999" y="94577"/>
                  </a:lnTo>
                  <a:lnTo>
                    <a:pt x="3562177" y="135684"/>
                  </a:lnTo>
                  <a:lnTo>
                    <a:pt x="3562177" y="2454772"/>
                  </a:lnTo>
                  <a:lnTo>
                    <a:pt x="3553999" y="2495877"/>
                  </a:lnTo>
                  <a:lnTo>
                    <a:pt x="3534226" y="2532870"/>
                  </a:lnTo>
                  <a:lnTo>
                    <a:pt x="3504590" y="2562506"/>
                  </a:lnTo>
                  <a:lnTo>
                    <a:pt x="3467597" y="2582279"/>
                  </a:lnTo>
                  <a:lnTo>
                    <a:pt x="3426493" y="25904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249273" y="4924424"/>
              <a:ext cx="3562350" cy="2590800"/>
            </a:xfrm>
            <a:custGeom>
              <a:avLst/>
              <a:gdLst/>
              <a:ahLst/>
              <a:cxnLst/>
              <a:rect l="l" t="t" r="r" b="b"/>
              <a:pathLst>
                <a:path w="3562350" h="2590800">
                  <a:moveTo>
                    <a:pt x="0" y="2447924"/>
                  </a:moveTo>
                  <a:lnTo>
                    <a:pt x="0" y="142874"/>
                  </a:lnTo>
                  <a:lnTo>
                    <a:pt x="170" y="135855"/>
                  </a:lnTo>
                  <a:lnTo>
                    <a:pt x="8345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7" y="6150"/>
                  </a:lnTo>
                  <a:lnTo>
                    <a:pt x="3498850" y="24078"/>
                  </a:lnTo>
                  <a:lnTo>
                    <a:pt x="3529918" y="52234"/>
                  </a:lnTo>
                  <a:lnTo>
                    <a:pt x="3551472" y="88198"/>
                  </a:lnTo>
                  <a:lnTo>
                    <a:pt x="3561662" y="128870"/>
                  </a:lnTo>
                  <a:lnTo>
                    <a:pt x="3562349" y="142874"/>
                  </a:lnTo>
                  <a:lnTo>
                    <a:pt x="3562349" y="2447924"/>
                  </a:lnTo>
                  <a:lnTo>
                    <a:pt x="3556197" y="2489398"/>
                  </a:lnTo>
                  <a:lnTo>
                    <a:pt x="3538268" y="2527300"/>
                  </a:lnTo>
                  <a:lnTo>
                    <a:pt x="3510112" y="2558369"/>
                  </a:lnTo>
                  <a:lnTo>
                    <a:pt x="3474148" y="2579923"/>
                  </a:lnTo>
                  <a:lnTo>
                    <a:pt x="3433478" y="2590113"/>
                  </a:lnTo>
                  <a:lnTo>
                    <a:pt x="3419474" y="2590799"/>
                  </a:lnTo>
                  <a:lnTo>
                    <a:pt x="142874" y="2590799"/>
                  </a:lnTo>
                  <a:lnTo>
                    <a:pt x="101399" y="2584648"/>
                  </a:lnTo>
                  <a:lnTo>
                    <a:pt x="63497" y="2566719"/>
                  </a:lnTo>
                  <a:lnTo>
                    <a:pt x="32428" y="2538564"/>
                  </a:lnTo>
                  <a:lnTo>
                    <a:pt x="10873" y="2502599"/>
                  </a:lnTo>
                  <a:lnTo>
                    <a:pt x="684" y="2461928"/>
                  </a:lnTo>
                  <a:lnTo>
                    <a:pt x="0" y="24479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3558042" y="5170233"/>
            <a:ext cx="2358390" cy="177736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700" b="1" spc="-50" dirty="0">
                <a:solidFill>
                  <a:srgbClr val="3FB94F"/>
                </a:solidFill>
                <a:latin typeface="Courier New"/>
                <a:cs typeface="Courier New"/>
              </a:rPr>
              <a:t>4</a:t>
            </a:r>
            <a:endParaRPr sz="3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0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Enhance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ts val="2250"/>
              </a:lnSpc>
            </a:pPr>
            <a:r>
              <a:rPr sz="1500" spc="-160" dirty="0">
                <a:solidFill>
                  <a:srgbClr val="8B949D"/>
                </a:solidFill>
                <a:latin typeface="Lucida Sans Unicode"/>
                <a:cs typeface="Lucida Sans Unicode"/>
              </a:rPr>
              <a:t>AI</a:t>
            </a:r>
            <a:r>
              <a:rPr sz="1500" spc="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sharpens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5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recovered 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image</a:t>
            </a:r>
            <a:r>
              <a:rPr sz="15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for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viewer.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9387" y="7969753"/>
            <a:ext cx="1042606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95"/>
              </a:spcBef>
              <a:buClr>
                <a:srgbClr val="3FB94F"/>
              </a:buClr>
              <a:buSzPct val="89743"/>
              <a:buFont typeface="Segoe UI Symbol"/>
              <a:buChar char="✓"/>
              <a:tabLst>
                <a:tab pos="212090" algn="l"/>
              </a:tabLst>
            </a:pPr>
            <a:r>
              <a:rPr sz="1950" spc="-75" dirty="0">
                <a:latin typeface="Lucida Sans Unicode"/>
                <a:cs typeface="Lucida Sans Unicode"/>
              </a:rPr>
              <a:t>The</a:t>
            </a:r>
            <a:r>
              <a:rPr sz="1950" spc="-114" dirty="0">
                <a:latin typeface="Lucida Sans Unicode"/>
                <a:cs typeface="Lucida Sans Unicode"/>
              </a:rPr>
              <a:t> </a:t>
            </a:r>
            <a:r>
              <a:rPr sz="1950" spc="-40" dirty="0">
                <a:latin typeface="Lucida Sans Unicode"/>
                <a:cs typeface="Lucida Sans Unicode"/>
              </a:rPr>
              <a:t>server</a:t>
            </a:r>
            <a:r>
              <a:rPr sz="1950" spc="-114" dirty="0">
                <a:latin typeface="Lucida Sans Unicode"/>
                <a:cs typeface="Lucida Sans Unicode"/>
              </a:rPr>
              <a:t> </a:t>
            </a:r>
            <a:r>
              <a:rPr sz="1950" spc="-25" dirty="0">
                <a:latin typeface="Lucida Sans Unicode"/>
                <a:cs typeface="Lucida Sans Unicode"/>
              </a:rPr>
              <a:t>only</a:t>
            </a:r>
            <a:r>
              <a:rPr sz="1950" spc="-55" dirty="0">
                <a:latin typeface="Lucida Sans Unicode"/>
                <a:cs typeface="Lucida Sans Unicode"/>
              </a:rPr>
              <a:t> </a:t>
            </a:r>
            <a:r>
              <a:rPr sz="1950" spc="-50" dirty="0">
                <a:latin typeface="Lucida Sans Unicode"/>
                <a:cs typeface="Lucida Sans Unicode"/>
              </a:rPr>
              <a:t>ever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sees</a:t>
            </a:r>
            <a:r>
              <a:rPr sz="1950" spc="-114" dirty="0">
                <a:latin typeface="Lucida Sans Unicode"/>
                <a:cs typeface="Lucida Sans Unicode"/>
              </a:rPr>
              <a:t> </a:t>
            </a:r>
            <a:r>
              <a:rPr sz="1950" spc="-25" dirty="0">
                <a:latin typeface="Lucida Sans Unicode"/>
                <a:cs typeface="Lucida Sans Unicode"/>
              </a:rPr>
              <a:t>Share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545" dirty="0">
                <a:latin typeface="Lucida Sans Unicode"/>
                <a:cs typeface="Lucida Sans Unicode"/>
              </a:rPr>
              <a:t>1</a:t>
            </a:r>
            <a:r>
              <a:rPr sz="1950" spc="-90" dirty="0">
                <a:latin typeface="Lucida Sans Unicode"/>
                <a:cs typeface="Lucida Sans Unicode"/>
              </a:rPr>
              <a:t> </a:t>
            </a:r>
            <a:r>
              <a:rPr sz="1950" spc="-254" dirty="0">
                <a:latin typeface="Lucida Sans Unicode"/>
                <a:cs typeface="Lucida Sans Unicode"/>
              </a:rPr>
              <a:t>—</a:t>
            </a:r>
            <a:r>
              <a:rPr sz="1950" spc="-17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it</a:t>
            </a:r>
            <a:r>
              <a:rPr sz="1950" spc="-114" dirty="0">
                <a:latin typeface="Lucida Sans Unicode"/>
                <a:cs typeface="Lucida Sans Unicode"/>
              </a:rPr>
              <a:t> </a:t>
            </a:r>
            <a:r>
              <a:rPr sz="1950" spc="-50" dirty="0">
                <a:latin typeface="Lucida Sans Unicode"/>
                <a:cs typeface="Lucida Sans Unicode"/>
              </a:rPr>
              <a:t>never</a:t>
            </a:r>
            <a:r>
              <a:rPr sz="1950" spc="-114" dirty="0">
                <a:latin typeface="Lucida Sans Unicode"/>
                <a:cs typeface="Lucida Sans Unicode"/>
              </a:rPr>
              <a:t> </a:t>
            </a:r>
            <a:r>
              <a:rPr sz="1950" spc="-55" dirty="0">
                <a:latin typeface="Lucida Sans Unicode"/>
                <a:cs typeface="Lucida Sans Unicode"/>
              </a:rPr>
              <a:t>holds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55" dirty="0">
                <a:latin typeface="Lucida Sans Unicode"/>
                <a:cs typeface="Lucida Sans Unicode"/>
              </a:rPr>
              <a:t>both,</a:t>
            </a:r>
            <a:r>
              <a:rPr sz="1950" spc="-100" dirty="0">
                <a:latin typeface="Lucida Sans Unicode"/>
                <a:cs typeface="Lucida Sans Unicode"/>
              </a:rPr>
              <a:t> </a:t>
            </a:r>
            <a:r>
              <a:rPr sz="1950" spc="-35" dirty="0">
                <a:latin typeface="Lucida Sans Unicode"/>
                <a:cs typeface="Lucida Sans Unicode"/>
              </a:rPr>
              <a:t>so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it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can</a:t>
            </a:r>
            <a:r>
              <a:rPr sz="1950" spc="-70" dirty="0">
                <a:latin typeface="Lucida Sans Unicode"/>
                <a:cs typeface="Lucida Sans Unicode"/>
              </a:rPr>
              <a:t> </a:t>
            </a:r>
            <a:r>
              <a:rPr sz="1950" spc="-50" dirty="0">
                <a:latin typeface="Lucida Sans Unicode"/>
                <a:cs typeface="Lucida Sans Unicode"/>
              </a:rPr>
              <a:t>never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80" dirty="0">
                <a:latin typeface="Lucida Sans Unicode"/>
                <a:cs typeface="Lucida Sans Unicode"/>
              </a:rPr>
              <a:t>rebuild</a:t>
            </a:r>
            <a:r>
              <a:rPr sz="1950" spc="-65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the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10" dirty="0">
                <a:latin typeface="Lucida Sans Unicode"/>
                <a:cs typeface="Lucida Sans Unicode"/>
              </a:rPr>
              <a:t>image.</a:t>
            </a:r>
            <a:endParaRPr sz="1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74066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7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3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D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G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Y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M</a:t>
            </a:r>
            <a:r>
              <a:rPr spc="-355" dirty="0"/>
              <a:t>e</a:t>
            </a:r>
            <a:r>
              <a:rPr spc="-125" dirty="0"/>
              <a:t>t</a:t>
            </a:r>
            <a:r>
              <a:rPr spc="-70" dirty="0"/>
              <a:t>h</a:t>
            </a:r>
            <a:r>
              <a:rPr spc="-245" dirty="0"/>
              <a:t>o</a:t>
            </a:r>
            <a:r>
              <a:rPr spc="-70" dirty="0"/>
              <a:t>d</a:t>
            </a:r>
            <a:r>
              <a:rPr spc="-245" dirty="0"/>
              <a:t>o</a:t>
            </a:r>
            <a:r>
              <a:rPr spc="220" dirty="0"/>
              <a:t>l</a:t>
            </a:r>
            <a:r>
              <a:rPr spc="-245" dirty="0"/>
              <a:t>o</a:t>
            </a:r>
            <a:r>
              <a:rPr spc="-70" dirty="0"/>
              <a:t>g</a:t>
            </a:r>
            <a:r>
              <a:rPr spc="-10" dirty="0"/>
              <a:t>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3075825"/>
            <a:ext cx="579501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70" dirty="0">
                <a:latin typeface="Lucida Sans Unicode"/>
                <a:cs typeface="Lucida Sans Unicode"/>
              </a:rPr>
              <a:t>An</a:t>
            </a:r>
            <a:r>
              <a:rPr sz="2350" spc="-5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iterative</a:t>
            </a:r>
            <a:r>
              <a:rPr sz="2350" spc="-114" dirty="0">
                <a:latin typeface="Lucida Sans Unicode"/>
                <a:cs typeface="Lucida Sans Unicode"/>
              </a:rPr>
              <a:t> build-and-</a:t>
            </a:r>
            <a:r>
              <a:rPr sz="2350" spc="-25" dirty="0">
                <a:latin typeface="Lucida Sans Unicode"/>
                <a:cs typeface="Lucida Sans Unicode"/>
              </a:rPr>
              <a:t>validate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approach.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4000499"/>
            <a:ext cx="3524250" cy="4572000"/>
            <a:chOff x="1466849" y="4000499"/>
            <a:chExt cx="3524250" cy="4572000"/>
          </a:xfrm>
        </p:grpSpPr>
        <p:sp>
          <p:nvSpPr>
            <p:cNvPr id="7" name="object 7"/>
            <p:cNvSpPr/>
            <p:nvPr/>
          </p:nvSpPr>
          <p:spPr>
            <a:xfrm>
              <a:off x="1476374" y="4010196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3369343" y="4552606"/>
                  </a:moveTo>
                  <a:lnTo>
                    <a:pt x="135855" y="4552606"/>
                  </a:lnTo>
                  <a:lnTo>
                    <a:pt x="94749" y="4544428"/>
                  </a:lnTo>
                  <a:lnTo>
                    <a:pt x="57756" y="4524655"/>
                  </a:lnTo>
                  <a:lnTo>
                    <a:pt x="28121" y="4495019"/>
                  </a:lnTo>
                  <a:lnTo>
                    <a:pt x="8348" y="4458027"/>
                  </a:lnTo>
                  <a:lnTo>
                    <a:pt x="171" y="4416921"/>
                  </a:lnTo>
                  <a:lnTo>
                    <a:pt x="0" y="44099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369343" y="0"/>
                  </a:lnTo>
                  <a:lnTo>
                    <a:pt x="3410449" y="8176"/>
                  </a:lnTo>
                  <a:lnTo>
                    <a:pt x="3447442" y="27949"/>
                  </a:lnTo>
                  <a:lnTo>
                    <a:pt x="3477078" y="57585"/>
                  </a:lnTo>
                  <a:lnTo>
                    <a:pt x="3496850" y="94577"/>
                  </a:lnTo>
                  <a:lnTo>
                    <a:pt x="3505028" y="135684"/>
                  </a:lnTo>
                  <a:lnTo>
                    <a:pt x="3505028" y="4416921"/>
                  </a:lnTo>
                  <a:lnTo>
                    <a:pt x="3496850" y="4458027"/>
                  </a:lnTo>
                  <a:lnTo>
                    <a:pt x="3477078" y="4495019"/>
                  </a:lnTo>
                  <a:lnTo>
                    <a:pt x="3447442" y="4524656"/>
                  </a:lnTo>
                  <a:lnTo>
                    <a:pt x="3410449" y="4544428"/>
                  </a:lnTo>
                  <a:lnTo>
                    <a:pt x="3369343" y="45526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4010024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0" y="44100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362324" y="0"/>
                  </a:lnTo>
                  <a:lnTo>
                    <a:pt x="3403798" y="6150"/>
                  </a:lnTo>
                  <a:lnTo>
                    <a:pt x="3441701" y="24078"/>
                  </a:lnTo>
                  <a:lnTo>
                    <a:pt x="3472769" y="52234"/>
                  </a:lnTo>
                  <a:lnTo>
                    <a:pt x="3494323" y="88199"/>
                  </a:lnTo>
                  <a:lnTo>
                    <a:pt x="3504513" y="128870"/>
                  </a:lnTo>
                  <a:lnTo>
                    <a:pt x="3505199" y="142874"/>
                  </a:lnTo>
                  <a:lnTo>
                    <a:pt x="3505199" y="4410074"/>
                  </a:lnTo>
                  <a:lnTo>
                    <a:pt x="3499048" y="4451548"/>
                  </a:lnTo>
                  <a:lnTo>
                    <a:pt x="3481120" y="4489450"/>
                  </a:lnTo>
                  <a:lnTo>
                    <a:pt x="3452964" y="4520518"/>
                  </a:lnTo>
                  <a:lnTo>
                    <a:pt x="3416999" y="4542073"/>
                  </a:lnTo>
                  <a:lnTo>
                    <a:pt x="3376328" y="4552262"/>
                  </a:lnTo>
                  <a:lnTo>
                    <a:pt x="3362324" y="4552949"/>
                  </a:lnTo>
                  <a:lnTo>
                    <a:pt x="142874" y="4552949"/>
                  </a:lnTo>
                  <a:lnTo>
                    <a:pt x="101399" y="4546797"/>
                  </a:lnTo>
                  <a:lnTo>
                    <a:pt x="63497" y="4528869"/>
                  </a:lnTo>
                  <a:lnTo>
                    <a:pt x="32429" y="4500713"/>
                  </a:lnTo>
                  <a:lnTo>
                    <a:pt x="10875" y="4464749"/>
                  </a:lnTo>
                  <a:lnTo>
                    <a:pt x="686" y="4424078"/>
                  </a:lnTo>
                  <a:lnTo>
                    <a:pt x="0" y="44100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5625" y="437642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58A6FF"/>
                </a:solidFill>
                <a:latin typeface="Courier New"/>
                <a:cs typeface="Courier New"/>
              </a:rPr>
              <a:t>01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5624" y="4808668"/>
            <a:ext cx="2587625" cy="16662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Research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18700"/>
              </a:lnSpc>
              <a:spcBef>
                <a:spcPts val="840"/>
              </a:spcBef>
            </a:pP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Study</a:t>
            </a:r>
            <a:r>
              <a:rPr sz="1650" spc="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Naor–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Shamir</a:t>
            </a:r>
            <a:r>
              <a:rPr sz="1650" spc="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visual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cryptography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the 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image-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interception</a:t>
            </a:r>
            <a:r>
              <a:rPr sz="1650" spc="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threat model.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10199" y="4000499"/>
            <a:ext cx="3524250" cy="4572000"/>
            <a:chOff x="5410199" y="4000499"/>
            <a:chExt cx="3524250" cy="4572000"/>
          </a:xfrm>
        </p:grpSpPr>
        <p:sp>
          <p:nvSpPr>
            <p:cNvPr id="12" name="object 12"/>
            <p:cNvSpPr/>
            <p:nvPr/>
          </p:nvSpPr>
          <p:spPr>
            <a:xfrm>
              <a:off x="5419724" y="4010196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3369343" y="4552606"/>
                  </a:moveTo>
                  <a:lnTo>
                    <a:pt x="135855" y="4552606"/>
                  </a:lnTo>
                  <a:lnTo>
                    <a:pt x="94749" y="4544428"/>
                  </a:lnTo>
                  <a:lnTo>
                    <a:pt x="57756" y="4524655"/>
                  </a:lnTo>
                  <a:lnTo>
                    <a:pt x="28120" y="4495019"/>
                  </a:lnTo>
                  <a:lnTo>
                    <a:pt x="8348" y="4458027"/>
                  </a:lnTo>
                  <a:lnTo>
                    <a:pt x="171" y="4416921"/>
                  </a:lnTo>
                  <a:lnTo>
                    <a:pt x="0" y="44099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0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369343" y="0"/>
                  </a:lnTo>
                  <a:lnTo>
                    <a:pt x="3410449" y="8176"/>
                  </a:lnTo>
                  <a:lnTo>
                    <a:pt x="3447441" y="27949"/>
                  </a:lnTo>
                  <a:lnTo>
                    <a:pt x="3477078" y="57585"/>
                  </a:lnTo>
                  <a:lnTo>
                    <a:pt x="3496850" y="94577"/>
                  </a:lnTo>
                  <a:lnTo>
                    <a:pt x="3505027" y="135684"/>
                  </a:lnTo>
                  <a:lnTo>
                    <a:pt x="3505027" y="4416921"/>
                  </a:lnTo>
                  <a:lnTo>
                    <a:pt x="3496850" y="4458027"/>
                  </a:lnTo>
                  <a:lnTo>
                    <a:pt x="3477077" y="4495019"/>
                  </a:lnTo>
                  <a:lnTo>
                    <a:pt x="3447441" y="4524656"/>
                  </a:lnTo>
                  <a:lnTo>
                    <a:pt x="3410449" y="4544428"/>
                  </a:lnTo>
                  <a:lnTo>
                    <a:pt x="3369343" y="45526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19724" y="4010024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0" y="44100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362324" y="0"/>
                  </a:lnTo>
                  <a:lnTo>
                    <a:pt x="3403798" y="6150"/>
                  </a:lnTo>
                  <a:lnTo>
                    <a:pt x="3441700" y="24078"/>
                  </a:lnTo>
                  <a:lnTo>
                    <a:pt x="3472769" y="52234"/>
                  </a:lnTo>
                  <a:lnTo>
                    <a:pt x="3494323" y="88199"/>
                  </a:lnTo>
                  <a:lnTo>
                    <a:pt x="3504512" y="128870"/>
                  </a:lnTo>
                  <a:lnTo>
                    <a:pt x="3505199" y="142874"/>
                  </a:lnTo>
                  <a:lnTo>
                    <a:pt x="3505199" y="4410074"/>
                  </a:lnTo>
                  <a:lnTo>
                    <a:pt x="3499047" y="4451548"/>
                  </a:lnTo>
                  <a:lnTo>
                    <a:pt x="3481119" y="4489450"/>
                  </a:lnTo>
                  <a:lnTo>
                    <a:pt x="3452964" y="4520518"/>
                  </a:lnTo>
                  <a:lnTo>
                    <a:pt x="3416999" y="4542073"/>
                  </a:lnTo>
                  <a:lnTo>
                    <a:pt x="3376328" y="4552262"/>
                  </a:lnTo>
                  <a:lnTo>
                    <a:pt x="3362324" y="4552949"/>
                  </a:lnTo>
                  <a:lnTo>
                    <a:pt x="142874" y="4552949"/>
                  </a:lnTo>
                  <a:lnTo>
                    <a:pt x="101399" y="4546797"/>
                  </a:lnTo>
                  <a:lnTo>
                    <a:pt x="63497" y="4528869"/>
                  </a:lnTo>
                  <a:lnTo>
                    <a:pt x="32429" y="4500713"/>
                  </a:lnTo>
                  <a:lnTo>
                    <a:pt x="10875" y="4464749"/>
                  </a:lnTo>
                  <a:lnTo>
                    <a:pt x="686" y="4424078"/>
                  </a:lnTo>
                  <a:lnTo>
                    <a:pt x="0" y="44100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68974" y="437642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00B4D8"/>
                </a:solidFill>
                <a:latin typeface="Courier New"/>
                <a:cs typeface="Courier New"/>
              </a:rPr>
              <a:t>02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8975" y="4808668"/>
            <a:ext cx="2703830" cy="13614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Design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17400"/>
              </a:lnSpc>
              <a:spcBef>
                <a:spcPts val="865"/>
              </a:spcBef>
            </a:pP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Define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three-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tier architecture,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6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scheme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zero-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knowledge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relay.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53549" y="4000499"/>
            <a:ext cx="3524250" cy="4572000"/>
            <a:chOff x="9353549" y="4000499"/>
            <a:chExt cx="3524250" cy="4572000"/>
          </a:xfrm>
        </p:grpSpPr>
        <p:sp>
          <p:nvSpPr>
            <p:cNvPr id="17" name="object 17"/>
            <p:cNvSpPr/>
            <p:nvPr/>
          </p:nvSpPr>
          <p:spPr>
            <a:xfrm>
              <a:off x="9363074" y="4010196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3369343" y="4552606"/>
                  </a:moveTo>
                  <a:lnTo>
                    <a:pt x="135855" y="4552606"/>
                  </a:lnTo>
                  <a:lnTo>
                    <a:pt x="94748" y="4544428"/>
                  </a:lnTo>
                  <a:lnTo>
                    <a:pt x="57755" y="4524655"/>
                  </a:lnTo>
                  <a:lnTo>
                    <a:pt x="28120" y="4495019"/>
                  </a:lnTo>
                  <a:lnTo>
                    <a:pt x="8347" y="4458027"/>
                  </a:lnTo>
                  <a:lnTo>
                    <a:pt x="171" y="4416921"/>
                  </a:lnTo>
                  <a:lnTo>
                    <a:pt x="0" y="44099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19" y="57585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3369343" y="0"/>
                  </a:lnTo>
                  <a:lnTo>
                    <a:pt x="3410449" y="8176"/>
                  </a:lnTo>
                  <a:lnTo>
                    <a:pt x="3447441" y="27949"/>
                  </a:lnTo>
                  <a:lnTo>
                    <a:pt x="3477077" y="57585"/>
                  </a:lnTo>
                  <a:lnTo>
                    <a:pt x="3496850" y="94577"/>
                  </a:lnTo>
                  <a:lnTo>
                    <a:pt x="3505028" y="135684"/>
                  </a:lnTo>
                  <a:lnTo>
                    <a:pt x="3505028" y="4416921"/>
                  </a:lnTo>
                  <a:lnTo>
                    <a:pt x="3496850" y="4458027"/>
                  </a:lnTo>
                  <a:lnTo>
                    <a:pt x="3477077" y="4495019"/>
                  </a:lnTo>
                  <a:lnTo>
                    <a:pt x="3447441" y="4524656"/>
                  </a:lnTo>
                  <a:lnTo>
                    <a:pt x="3410449" y="4544428"/>
                  </a:lnTo>
                  <a:lnTo>
                    <a:pt x="3369343" y="45526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63074" y="4010024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0" y="44100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362324" y="0"/>
                  </a:lnTo>
                  <a:lnTo>
                    <a:pt x="3403798" y="6150"/>
                  </a:lnTo>
                  <a:lnTo>
                    <a:pt x="3441701" y="24078"/>
                  </a:lnTo>
                  <a:lnTo>
                    <a:pt x="3472769" y="52234"/>
                  </a:lnTo>
                  <a:lnTo>
                    <a:pt x="3494322" y="88199"/>
                  </a:lnTo>
                  <a:lnTo>
                    <a:pt x="3504513" y="128870"/>
                  </a:lnTo>
                  <a:lnTo>
                    <a:pt x="3505199" y="142874"/>
                  </a:lnTo>
                  <a:lnTo>
                    <a:pt x="3505199" y="4410074"/>
                  </a:lnTo>
                  <a:lnTo>
                    <a:pt x="3499048" y="4451548"/>
                  </a:lnTo>
                  <a:lnTo>
                    <a:pt x="3481118" y="4489450"/>
                  </a:lnTo>
                  <a:lnTo>
                    <a:pt x="3452963" y="4520518"/>
                  </a:lnTo>
                  <a:lnTo>
                    <a:pt x="3416999" y="4542073"/>
                  </a:lnTo>
                  <a:lnTo>
                    <a:pt x="3376328" y="4552262"/>
                  </a:lnTo>
                  <a:lnTo>
                    <a:pt x="3362324" y="4552949"/>
                  </a:lnTo>
                  <a:lnTo>
                    <a:pt x="142874" y="4552949"/>
                  </a:lnTo>
                  <a:lnTo>
                    <a:pt x="101399" y="4546797"/>
                  </a:lnTo>
                  <a:lnTo>
                    <a:pt x="63496" y="4528869"/>
                  </a:lnTo>
                  <a:lnTo>
                    <a:pt x="32429" y="4500713"/>
                  </a:lnTo>
                  <a:lnTo>
                    <a:pt x="10874" y="4464749"/>
                  </a:lnTo>
                  <a:lnTo>
                    <a:pt x="685" y="4424078"/>
                  </a:lnTo>
                  <a:lnTo>
                    <a:pt x="0" y="44100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712324" y="437642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BC8BFF"/>
                </a:solidFill>
                <a:latin typeface="Courier New"/>
                <a:cs typeface="Courier New"/>
              </a:rPr>
              <a:t>03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12324" y="4808668"/>
            <a:ext cx="2772410" cy="13614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Build</a:t>
            </a:r>
            <a:endParaRPr sz="22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7400"/>
              </a:lnSpc>
              <a:spcBef>
                <a:spcPts val="865"/>
              </a:spcBef>
            </a:pP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Implement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shares, 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real-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time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messaging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hardening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in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iterative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increments.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296898" y="4000499"/>
            <a:ext cx="3524250" cy="4572000"/>
            <a:chOff x="13296898" y="4000499"/>
            <a:chExt cx="3524250" cy="4572000"/>
          </a:xfrm>
        </p:grpSpPr>
        <p:sp>
          <p:nvSpPr>
            <p:cNvPr id="22" name="object 22"/>
            <p:cNvSpPr/>
            <p:nvPr/>
          </p:nvSpPr>
          <p:spPr>
            <a:xfrm>
              <a:off x="13306423" y="4010196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3369343" y="4552606"/>
                  </a:moveTo>
                  <a:lnTo>
                    <a:pt x="135855" y="4552606"/>
                  </a:lnTo>
                  <a:lnTo>
                    <a:pt x="94747" y="4544428"/>
                  </a:lnTo>
                  <a:lnTo>
                    <a:pt x="57754" y="4524655"/>
                  </a:lnTo>
                  <a:lnTo>
                    <a:pt x="28119" y="4495019"/>
                  </a:lnTo>
                  <a:lnTo>
                    <a:pt x="8347" y="4458027"/>
                  </a:lnTo>
                  <a:lnTo>
                    <a:pt x="171" y="4416921"/>
                  </a:lnTo>
                  <a:lnTo>
                    <a:pt x="0" y="44099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19" y="57585"/>
                  </a:lnTo>
                  <a:lnTo>
                    <a:pt x="57754" y="27949"/>
                  </a:lnTo>
                  <a:lnTo>
                    <a:pt x="94747" y="8176"/>
                  </a:lnTo>
                  <a:lnTo>
                    <a:pt x="135855" y="0"/>
                  </a:lnTo>
                  <a:lnTo>
                    <a:pt x="3369343" y="0"/>
                  </a:lnTo>
                  <a:lnTo>
                    <a:pt x="3410447" y="8176"/>
                  </a:lnTo>
                  <a:lnTo>
                    <a:pt x="3447440" y="27949"/>
                  </a:lnTo>
                  <a:lnTo>
                    <a:pt x="3477076" y="57585"/>
                  </a:lnTo>
                  <a:lnTo>
                    <a:pt x="3496849" y="94577"/>
                  </a:lnTo>
                  <a:lnTo>
                    <a:pt x="3505027" y="135684"/>
                  </a:lnTo>
                  <a:lnTo>
                    <a:pt x="3505027" y="4416921"/>
                  </a:lnTo>
                  <a:lnTo>
                    <a:pt x="3496849" y="4458027"/>
                  </a:lnTo>
                  <a:lnTo>
                    <a:pt x="3477076" y="4495019"/>
                  </a:lnTo>
                  <a:lnTo>
                    <a:pt x="3447440" y="4524656"/>
                  </a:lnTo>
                  <a:lnTo>
                    <a:pt x="3410447" y="4544428"/>
                  </a:lnTo>
                  <a:lnTo>
                    <a:pt x="3369343" y="45526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06423" y="4010024"/>
              <a:ext cx="3505200" cy="4552950"/>
            </a:xfrm>
            <a:custGeom>
              <a:avLst/>
              <a:gdLst/>
              <a:ahLst/>
              <a:cxnLst/>
              <a:rect l="l" t="t" r="r" b="b"/>
              <a:pathLst>
                <a:path w="3505200" h="4552950">
                  <a:moveTo>
                    <a:pt x="0" y="44100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19" y="57756"/>
                  </a:lnTo>
                  <a:lnTo>
                    <a:pt x="57754" y="28120"/>
                  </a:lnTo>
                  <a:lnTo>
                    <a:pt x="94747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362324" y="0"/>
                  </a:lnTo>
                  <a:lnTo>
                    <a:pt x="3403797" y="6150"/>
                  </a:lnTo>
                  <a:lnTo>
                    <a:pt x="3441700" y="24078"/>
                  </a:lnTo>
                  <a:lnTo>
                    <a:pt x="3472768" y="52234"/>
                  </a:lnTo>
                  <a:lnTo>
                    <a:pt x="3494322" y="88199"/>
                  </a:lnTo>
                  <a:lnTo>
                    <a:pt x="3504512" y="128870"/>
                  </a:lnTo>
                  <a:lnTo>
                    <a:pt x="3505199" y="142874"/>
                  </a:lnTo>
                  <a:lnTo>
                    <a:pt x="3505199" y="4410074"/>
                  </a:lnTo>
                  <a:lnTo>
                    <a:pt x="3499047" y="4451548"/>
                  </a:lnTo>
                  <a:lnTo>
                    <a:pt x="3481118" y="4489450"/>
                  </a:lnTo>
                  <a:lnTo>
                    <a:pt x="3452962" y="4520518"/>
                  </a:lnTo>
                  <a:lnTo>
                    <a:pt x="3416998" y="4542073"/>
                  </a:lnTo>
                  <a:lnTo>
                    <a:pt x="3376328" y="4552262"/>
                  </a:lnTo>
                  <a:lnTo>
                    <a:pt x="3362324" y="4552949"/>
                  </a:lnTo>
                  <a:lnTo>
                    <a:pt x="142874" y="4552949"/>
                  </a:lnTo>
                  <a:lnTo>
                    <a:pt x="101398" y="4546797"/>
                  </a:lnTo>
                  <a:lnTo>
                    <a:pt x="63494" y="4528869"/>
                  </a:lnTo>
                  <a:lnTo>
                    <a:pt x="32428" y="4500713"/>
                  </a:lnTo>
                  <a:lnTo>
                    <a:pt x="10874" y="4464749"/>
                  </a:lnTo>
                  <a:lnTo>
                    <a:pt x="686" y="4424078"/>
                  </a:lnTo>
                  <a:lnTo>
                    <a:pt x="0" y="44100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3655675" y="437642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3FB94F"/>
                </a:solidFill>
                <a:latin typeface="Courier New"/>
                <a:cs typeface="Courier New"/>
              </a:rPr>
              <a:t>04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655673" y="4808668"/>
            <a:ext cx="2498725" cy="16662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Validate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18700"/>
              </a:lnSpc>
              <a:spcBef>
                <a:spcPts val="840"/>
              </a:spcBef>
            </a:pP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Confirm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a</a:t>
            </a:r>
            <a:r>
              <a:rPr sz="16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single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intercepted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65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is 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information-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theoretically useless.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91401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8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3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Q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U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S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689240"/>
            <a:ext cx="16459200" cy="11599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>
                <a:solidFill>
                  <a:schemeClr val="tx1"/>
                </a:solidFill>
              </a:rPr>
              <a:t>Requirements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2628900"/>
            <a:ext cx="567626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Lucida Sans Unicode"/>
                <a:cs typeface="Lucida Sans Unicode"/>
              </a:rPr>
              <a:t>What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the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system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spc="-50" dirty="0">
                <a:latin typeface="Lucida Sans Unicode"/>
                <a:cs typeface="Lucida Sans Unicode"/>
              </a:rPr>
              <a:t>must</a:t>
            </a:r>
            <a:r>
              <a:rPr sz="2350" spc="-105" dirty="0">
                <a:latin typeface="Lucida Sans Unicode"/>
                <a:cs typeface="Lucida Sans Unicode"/>
              </a:rPr>
              <a:t> </a:t>
            </a:r>
            <a:r>
              <a:rPr sz="2350" spc="-114" dirty="0">
                <a:latin typeface="Lucida Sans Unicode"/>
                <a:cs typeface="Lucida Sans Unicode"/>
              </a:rPr>
              <a:t>do,</a:t>
            </a:r>
            <a:r>
              <a:rPr sz="2350" spc="-95" dirty="0">
                <a:latin typeface="Lucida Sans Unicode"/>
                <a:cs typeface="Lucida Sans Unicode"/>
              </a:rPr>
              <a:t> </a:t>
            </a:r>
            <a:r>
              <a:rPr sz="2350" spc="-30" dirty="0">
                <a:latin typeface="Lucida Sans Unicode"/>
                <a:cs typeface="Lucida Sans Unicode"/>
              </a:rPr>
              <a:t>and</a:t>
            </a:r>
            <a:r>
              <a:rPr sz="2350" spc="-40" dirty="0">
                <a:latin typeface="Lucida Sans Unicode"/>
                <a:cs typeface="Lucida Sans Unicode"/>
              </a:rPr>
              <a:t> </a:t>
            </a:r>
            <a:r>
              <a:rPr sz="2350" spc="-25" dirty="0">
                <a:latin typeface="Lucida Sans Unicode"/>
                <a:cs typeface="Lucida Sans Unicode"/>
              </a:rPr>
              <a:t>how</a:t>
            </a:r>
            <a:r>
              <a:rPr sz="2350" spc="-160" dirty="0">
                <a:latin typeface="Lucida Sans Unicode"/>
                <a:cs typeface="Lucida Sans Unicode"/>
              </a:rPr>
              <a:t> </a:t>
            </a:r>
            <a:r>
              <a:rPr sz="2350" spc="-20" dirty="0">
                <a:latin typeface="Lucida Sans Unicode"/>
                <a:cs typeface="Lucida Sans Unicode"/>
              </a:rPr>
              <a:t>well.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3363074"/>
            <a:ext cx="7429500" cy="5295900"/>
            <a:chOff x="1466849" y="3809999"/>
            <a:chExt cx="7429500" cy="5295900"/>
          </a:xfrm>
        </p:grpSpPr>
        <p:sp>
          <p:nvSpPr>
            <p:cNvPr id="7" name="object 7"/>
            <p:cNvSpPr/>
            <p:nvPr/>
          </p:nvSpPr>
          <p:spPr>
            <a:xfrm>
              <a:off x="1476374" y="3819696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7274593" y="5276506"/>
                  </a:moveTo>
                  <a:lnTo>
                    <a:pt x="135855" y="5276506"/>
                  </a:lnTo>
                  <a:lnTo>
                    <a:pt x="121919" y="5275132"/>
                  </a:lnTo>
                  <a:lnTo>
                    <a:pt x="81779" y="5262956"/>
                  </a:lnTo>
                  <a:lnTo>
                    <a:pt x="46931" y="5239671"/>
                  </a:lnTo>
                  <a:lnTo>
                    <a:pt x="20321" y="5207247"/>
                  </a:lnTo>
                  <a:lnTo>
                    <a:pt x="4282" y="5168526"/>
                  </a:lnTo>
                  <a:lnTo>
                    <a:pt x="0" y="51338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8" y="8176"/>
                  </a:lnTo>
                  <a:lnTo>
                    <a:pt x="7352690" y="27949"/>
                  </a:lnTo>
                  <a:lnTo>
                    <a:pt x="7382327" y="57585"/>
                  </a:lnTo>
                  <a:lnTo>
                    <a:pt x="7402100" y="94577"/>
                  </a:lnTo>
                  <a:lnTo>
                    <a:pt x="7410277" y="135684"/>
                  </a:lnTo>
                  <a:lnTo>
                    <a:pt x="7410277" y="5140822"/>
                  </a:lnTo>
                  <a:lnTo>
                    <a:pt x="7402100" y="5181927"/>
                  </a:lnTo>
                  <a:lnTo>
                    <a:pt x="7382326" y="5218919"/>
                  </a:lnTo>
                  <a:lnTo>
                    <a:pt x="7352691" y="5248555"/>
                  </a:lnTo>
                  <a:lnTo>
                    <a:pt x="7315699" y="5268328"/>
                  </a:lnTo>
                  <a:lnTo>
                    <a:pt x="7274593" y="52765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3819524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0" y="51339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5133974"/>
                  </a:lnTo>
                  <a:lnTo>
                    <a:pt x="7404297" y="5175448"/>
                  </a:lnTo>
                  <a:lnTo>
                    <a:pt x="7386368" y="5213350"/>
                  </a:lnTo>
                  <a:lnTo>
                    <a:pt x="7358213" y="5244418"/>
                  </a:lnTo>
                  <a:lnTo>
                    <a:pt x="7322249" y="5265972"/>
                  </a:lnTo>
                  <a:lnTo>
                    <a:pt x="7281578" y="5276162"/>
                  </a:lnTo>
                  <a:lnTo>
                    <a:pt x="7267574" y="5276849"/>
                  </a:lnTo>
                  <a:lnTo>
                    <a:pt x="142874" y="5276849"/>
                  </a:lnTo>
                  <a:lnTo>
                    <a:pt x="101399" y="5270697"/>
                  </a:lnTo>
                  <a:lnTo>
                    <a:pt x="63497" y="5252769"/>
                  </a:lnTo>
                  <a:lnTo>
                    <a:pt x="32429" y="5224613"/>
                  </a:lnTo>
                  <a:lnTo>
                    <a:pt x="10875" y="5188649"/>
                  </a:lnTo>
                  <a:lnTo>
                    <a:pt x="686" y="5147978"/>
                  </a:lnTo>
                  <a:lnTo>
                    <a:pt x="0" y="51339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68487" y="3704359"/>
            <a:ext cx="4607560" cy="385000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F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U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C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I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O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A</a:t>
            </a:r>
            <a:r>
              <a:rPr sz="1400" spc="-52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8A6FF"/>
                </a:solidFill>
                <a:latin typeface="Courier New"/>
                <a:cs typeface="Courier New"/>
              </a:rPr>
              <a:t>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700" b="1" spc="-10" dirty="0">
                <a:solidFill>
                  <a:srgbClr val="E6ECF2"/>
                </a:solidFill>
                <a:latin typeface="Arial"/>
                <a:cs typeface="Arial"/>
              </a:rPr>
              <a:t>What</a:t>
            </a:r>
            <a:r>
              <a:rPr sz="2700" b="1" spc="-13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100" dirty="0">
                <a:solidFill>
                  <a:srgbClr val="E6ECF2"/>
                </a:solidFill>
                <a:latin typeface="Arial"/>
                <a:cs typeface="Arial"/>
              </a:rPr>
              <a:t>it</a:t>
            </a:r>
            <a:r>
              <a:rPr sz="2700" b="1" spc="-13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-25" dirty="0">
                <a:solidFill>
                  <a:srgbClr val="E6ECF2"/>
                </a:solidFill>
                <a:latin typeface="Arial"/>
                <a:cs typeface="Arial"/>
              </a:rPr>
              <a:t>must</a:t>
            </a:r>
            <a:r>
              <a:rPr sz="2700" b="1" spc="-13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-25" dirty="0">
                <a:solidFill>
                  <a:srgbClr val="E6ECF2"/>
                </a:solidFill>
                <a:latin typeface="Arial"/>
                <a:cs typeface="Arial"/>
              </a:rPr>
              <a:t>do</a:t>
            </a:r>
            <a:endParaRPr sz="27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2810"/>
              </a:spcBef>
              <a:buClr>
                <a:srgbClr val="58A6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Split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each</a:t>
            </a:r>
            <a:r>
              <a:rPr sz="17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image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into</a:t>
            </a:r>
            <a:r>
              <a:rPr sz="17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two</a:t>
            </a:r>
            <a:r>
              <a:rPr sz="17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random</a:t>
            </a:r>
            <a:r>
              <a:rPr sz="17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shares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58A6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Transmit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only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Share</a:t>
            </a:r>
            <a:r>
              <a:rPr sz="17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490" dirty="0">
                <a:solidFill>
                  <a:srgbClr val="E6ECF2"/>
                </a:solidFill>
                <a:latin typeface="Lucida Sans Unicode"/>
                <a:cs typeface="Lucida Sans Unicode"/>
              </a:rPr>
              <a:t>1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over</a:t>
            </a:r>
            <a:r>
              <a:rPr sz="17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the</a:t>
            </a:r>
            <a:r>
              <a:rPr sz="175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network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58A6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Reconstruct</a:t>
            </a:r>
            <a:r>
              <a:rPr sz="1750" spc="-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the</a:t>
            </a: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image</a:t>
            </a: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locally</a:t>
            </a:r>
            <a:r>
              <a:rPr sz="17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on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device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58A6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Real-</a:t>
            </a:r>
            <a:r>
              <a:rPr sz="175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time</a:t>
            </a:r>
            <a:r>
              <a:rPr sz="17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text,</a:t>
            </a: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typing</a:t>
            </a: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65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1750" spc="-15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presence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58A6FF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Account</a:t>
            </a:r>
            <a:r>
              <a:rPr sz="1750" spc="-11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registration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and</a:t>
            </a:r>
            <a:r>
              <a:rPr sz="175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login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91649" y="3363074"/>
            <a:ext cx="7429500" cy="5295900"/>
            <a:chOff x="9391649" y="3809999"/>
            <a:chExt cx="7429500" cy="5295900"/>
          </a:xfrm>
        </p:grpSpPr>
        <p:sp>
          <p:nvSpPr>
            <p:cNvPr id="11" name="object 11"/>
            <p:cNvSpPr/>
            <p:nvPr/>
          </p:nvSpPr>
          <p:spPr>
            <a:xfrm>
              <a:off x="9401174" y="3819696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7274593" y="5276506"/>
                  </a:moveTo>
                  <a:lnTo>
                    <a:pt x="135855" y="5276506"/>
                  </a:lnTo>
                  <a:lnTo>
                    <a:pt x="121917" y="5275132"/>
                  </a:lnTo>
                  <a:lnTo>
                    <a:pt x="81778" y="5262956"/>
                  </a:lnTo>
                  <a:lnTo>
                    <a:pt x="46930" y="5239671"/>
                  </a:lnTo>
                  <a:lnTo>
                    <a:pt x="20320" y="5207247"/>
                  </a:lnTo>
                  <a:lnTo>
                    <a:pt x="4281" y="5168526"/>
                  </a:lnTo>
                  <a:lnTo>
                    <a:pt x="0" y="51338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7" y="8176"/>
                  </a:lnTo>
                  <a:lnTo>
                    <a:pt x="7352690" y="27949"/>
                  </a:lnTo>
                  <a:lnTo>
                    <a:pt x="7382326" y="57585"/>
                  </a:lnTo>
                  <a:lnTo>
                    <a:pt x="7402099" y="94577"/>
                  </a:lnTo>
                  <a:lnTo>
                    <a:pt x="7410277" y="135684"/>
                  </a:lnTo>
                  <a:lnTo>
                    <a:pt x="7410277" y="5140822"/>
                  </a:lnTo>
                  <a:lnTo>
                    <a:pt x="7402099" y="5181927"/>
                  </a:lnTo>
                  <a:lnTo>
                    <a:pt x="7382326" y="5218919"/>
                  </a:lnTo>
                  <a:lnTo>
                    <a:pt x="7352690" y="5248555"/>
                  </a:lnTo>
                  <a:lnTo>
                    <a:pt x="7315697" y="5268328"/>
                  </a:lnTo>
                  <a:lnTo>
                    <a:pt x="7274593" y="52765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01174" y="3819524"/>
              <a:ext cx="7410450" cy="5276850"/>
            </a:xfrm>
            <a:custGeom>
              <a:avLst/>
              <a:gdLst/>
              <a:ahLst/>
              <a:cxnLst/>
              <a:rect l="l" t="t" r="r" b="b"/>
              <a:pathLst>
                <a:path w="7410450" h="5276850">
                  <a:moveTo>
                    <a:pt x="0" y="51339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5133974"/>
                  </a:lnTo>
                  <a:lnTo>
                    <a:pt x="7404296" y="5175448"/>
                  </a:lnTo>
                  <a:lnTo>
                    <a:pt x="7386368" y="5213350"/>
                  </a:lnTo>
                  <a:lnTo>
                    <a:pt x="7358212" y="5244418"/>
                  </a:lnTo>
                  <a:lnTo>
                    <a:pt x="7322247" y="5265972"/>
                  </a:lnTo>
                  <a:lnTo>
                    <a:pt x="7281577" y="5276162"/>
                  </a:lnTo>
                  <a:lnTo>
                    <a:pt x="7267574" y="5276849"/>
                  </a:lnTo>
                  <a:lnTo>
                    <a:pt x="142874" y="5276849"/>
                  </a:lnTo>
                  <a:lnTo>
                    <a:pt x="101398" y="5270697"/>
                  </a:lnTo>
                  <a:lnTo>
                    <a:pt x="63496" y="5252769"/>
                  </a:lnTo>
                  <a:lnTo>
                    <a:pt x="32428" y="5224613"/>
                  </a:lnTo>
                  <a:lnTo>
                    <a:pt x="10874" y="5188649"/>
                  </a:lnTo>
                  <a:lnTo>
                    <a:pt x="685" y="5147978"/>
                  </a:lnTo>
                  <a:lnTo>
                    <a:pt x="0" y="51339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98049" y="3777095"/>
            <a:ext cx="205613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N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O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N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-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F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U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N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C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T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I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O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N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A</a:t>
            </a:r>
            <a:r>
              <a:rPr sz="1400" spc="-520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00B4D8"/>
                </a:solidFill>
                <a:latin typeface="Courier New"/>
                <a:cs typeface="Courier New"/>
              </a:rPr>
              <a:t>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98049" y="4132501"/>
            <a:ext cx="4209415" cy="34220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00" b="1" spc="-120" dirty="0">
                <a:solidFill>
                  <a:srgbClr val="E6ECF2"/>
                </a:solidFill>
                <a:latin typeface="Arial"/>
                <a:cs typeface="Arial"/>
              </a:rPr>
              <a:t>How</a:t>
            </a:r>
            <a:r>
              <a:rPr sz="2700" b="1" spc="-17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-50" dirty="0">
                <a:solidFill>
                  <a:srgbClr val="E6ECF2"/>
                </a:solidFill>
                <a:latin typeface="Arial"/>
                <a:cs typeface="Arial"/>
              </a:rPr>
              <a:t>well</a:t>
            </a:r>
            <a:r>
              <a:rPr sz="2700" b="1" spc="-6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100" dirty="0">
                <a:solidFill>
                  <a:srgbClr val="E6ECF2"/>
                </a:solidFill>
                <a:latin typeface="Arial"/>
                <a:cs typeface="Arial"/>
              </a:rPr>
              <a:t>it</a:t>
            </a:r>
            <a:r>
              <a:rPr sz="2700" b="1" spc="-13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-25" dirty="0">
                <a:solidFill>
                  <a:srgbClr val="E6ECF2"/>
                </a:solidFill>
                <a:latin typeface="Arial"/>
                <a:cs typeface="Arial"/>
              </a:rPr>
              <a:t>must</a:t>
            </a:r>
            <a:r>
              <a:rPr sz="2700" b="1" spc="-13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E6ECF2"/>
                </a:solidFill>
                <a:latin typeface="Arial"/>
                <a:cs typeface="Arial"/>
              </a:rPr>
              <a:t>do</a:t>
            </a:r>
            <a:r>
              <a:rPr sz="2700" b="1" spc="-16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700" b="1" spc="75" dirty="0">
                <a:solidFill>
                  <a:srgbClr val="E6ECF2"/>
                </a:solidFill>
                <a:latin typeface="Arial"/>
                <a:cs typeface="Arial"/>
              </a:rPr>
              <a:t>it</a:t>
            </a:r>
            <a:endParaRPr sz="27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2810"/>
              </a:spcBef>
              <a:buClr>
                <a:srgbClr val="00B4D8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Information-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theoretic</a:t>
            </a:r>
            <a:r>
              <a:rPr sz="17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image</a:t>
            </a: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secrecy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00B4D8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Sub-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second</a:t>
            </a:r>
            <a:r>
              <a:rPr sz="17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message</a:t>
            </a: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delivery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00B4D8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135" dirty="0">
                <a:solidFill>
                  <a:srgbClr val="E6ECF2"/>
                </a:solidFill>
                <a:latin typeface="Lucida Sans Unicode"/>
                <a:cs typeface="Lucida Sans Unicode"/>
              </a:rPr>
              <a:t>WCAG</a:t>
            </a:r>
            <a:r>
              <a:rPr sz="17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65" dirty="0">
                <a:solidFill>
                  <a:srgbClr val="E6ECF2"/>
                </a:solidFill>
                <a:latin typeface="Lucida Sans Unicode"/>
                <a:cs typeface="Lucida Sans Unicode"/>
              </a:rPr>
              <a:t>2.1</a:t>
            </a:r>
            <a:r>
              <a:rPr sz="17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AA</a:t>
            </a:r>
            <a:r>
              <a:rPr sz="17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accessibility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00B4D8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Offline-</a:t>
            </a:r>
            <a:r>
              <a:rPr sz="17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capable, </a:t>
            </a:r>
            <a:r>
              <a:rPr sz="17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installable</a:t>
            </a:r>
            <a:r>
              <a:rPr sz="17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PWA</a:t>
            </a:r>
            <a:endParaRPr sz="1750">
              <a:latin typeface="Lucida Sans Unicode"/>
              <a:cs typeface="Lucida Sans Unicode"/>
            </a:endParaRPr>
          </a:p>
          <a:p>
            <a:pPr marL="356870" indent="-344170">
              <a:lnSpc>
                <a:spcPct val="100000"/>
              </a:lnSpc>
              <a:spcBef>
                <a:spcPts val="2550"/>
              </a:spcBef>
              <a:buClr>
                <a:srgbClr val="00B4D8"/>
              </a:buClr>
              <a:buSzPct val="97142"/>
              <a:buFont typeface="Courier New"/>
              <a:buChar char="—"/>
              <a:tabLst>
                <a:tab pos="356870" algn="l"/>
              </a:tabLst>
            </a:pP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Resistant</a:t>
            </a:r>
            <a:r>
              <a:rPr sz="17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E6ECF2"/>
                </a:solidFill>
                <a:latin typeface="Lucida Sans Unicode"/>
                <a:cs typeface="Lucida Sans Unicode"/>
              </a:rPr>
              <a:t>to</a:t>
            </a:r>
            <a:r>
              <a:rPr sz="175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55" dirty="0">
                <a:solidFill>
                  <a:srgbClr val="E6ECF2"/>
                </a:solidFill>
                <a:latin typeface="Lucida Sans Unicode"/>
                <a:cs typeface="Lucida Sans Unicode"/>
              </a:rPr>
              <a:t>XSS</a:t>
            </a:r>
            <a:r>
              <a:rPr sz="175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and</a:t>
            </a:r>
            <a:r>
              <a:rPr sz="175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brute-</a:t>
            </a:r>
            <a:r>
              <a:rPr sz="17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force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82675" y="1766570"/>
            <a:ext cx="256667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0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9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P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N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82674" y="2079599"/>
            <a:ext cx="8067040" cy="921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850" spc="-245" dirty="0"/>
              <a:t>How</a:t>
            </a:r>
            <a:r>
              <a:rPr sz="5850" spc="-590" dirty="0"/>
              <a:t> </a:t>
            </a:r>
            <a:r>
              <a:rPr sz="5850" spc="-260" dirty="0"/>
              <a:t>R</a:t>
            </a:r>
            <a:r>
              <a:rPr sz="5850" spc="-300" dirty="0"/>
              <a:t>e</a:t>
            </a:r>
            <a:r>
              <a:rPr sz="5850" spc="-459" dirty="0"/>
              <a:t>v</a:t>
            </a:r>
            <a:r>
              <a:rPr sz="5850" spc="-215" dirty="0"/>
              <a:t>e</a:t>
            </a:r>
            <a:r>
              <a:rPr sz="5850" spc="-335" dirty="0"/>
              <a:t>a</a:t>
            </a:r>
            <a:r>
              <a:rPr sz="5850" spc="150" dirty="0"/>
              <a:t>l</a:t>
            </a:r>
            <a:r>
              <a:rPr sz="5850" spc="-170" dirty="0"/>
              <a:t>-</a:t>
            </a:r>
            <a:r>
              <a:rPr sz="5850" dirty="0"/>
              <a:t>X</a:t>
            </a:r>
            <a:r>
              <a:rPr sz="5850" spc="-635" dirty="0"/>
              <a:t> </a:t>
            </a:r>
            <a:r>
              <a:rPr sz="5850" spc="-135" dirty="0"/>
              <a:t>compares</a:t>
            </a:r>
            <a:endParaRPr sz="5850"/>
          </a:p>
        </p:txBody>
      </p:sp>
      <p:sp>
        <p:nvSpPr>
          <p:cNvPr id="5" name="object 5"/>
          <p:cNvSpPr txBox="1"/>
          <p:nvPr/>
        </p:nvSpPr>
        <p:spPr>
          <a:xfrm>
            <a:off x="1084163" y="3182858"/>
            <a:ext cx="1201991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r>
              <a:rPr sz="2050" spc="-30" dirty="0">
                <a:latin typeface="Lucida Sans Unicode"/>
                <a:cs typeface="Lucida Sans Unicode"/>
              </a:rPr>
              <a:t>Mainstream</a:t>
            </a:r>
            <a:r>
              <a:rPr sz="2050" spc="-135" dirty="0">
                <a:latin typeface="Lucida Sans Unicode"/>
                <a:cs typeface="Lucida Sans Unicode"/>
              </a:rPr>
              <a:t> </a:t>
            </a:r>
            <a:r>
              <a:rPr sz="2050" spc="-20" dirty="0">
                <a:latin typeface="Lucida Sans Unicode"/>
                <a:cs typeface="Lucida Sans Unicode"/>
              </a:rPr>
              <a:t>messengers</a:t>
            </a:r>
            <a:r>
              <a:rPr sz="2050" spc="-140" dirty="0">
                <a:latin typeface="Lucida Sans Unicode"/>
                <a:cs typeface="Lucida Sans Unicode"/>
              </a:rPr>
              <a:t> </a:t>
            </a:r>
            <a:r>
              <a:rPr sz="2050" spc="-70" dirty="0">
                <a:latin typeface="Lucida Sans Unicode"/>
                <a:cs typeface="Lucida Sans Unicode"/>
              </a:rPr>
              <a:t>all</a:t>
            </a:r>
            <a:r>
              <a:rPr sz="2050" spc="1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rely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35" dirty="0">
                <a:latin typeface="Lucida Sans Unicode"/>
                <a:cs typeface="Lucida Sans Unicode"/>
              </a:rPr>
              <a:t>on</a:t>
            </a:r>
            <a:r>
              <a:rPr sz="2050" spc="-80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computational</a:t>
            </a:r>
            <a:r>
              <a:rPr sz="2050" spc="10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encryption.</a:t>
            </a:r>
            <a:r>
              <a:rPr sz="2050" spc="-125" dirty="0">
                <a:latin typeface="Lucida Sans Unicode"/>
                <a:cs typeface="Lucida Sans Unicode"/>
              </a:rPr>
              <a:t> </a:t>
            </a:r>
            <a:r>
              <a:rPr sz="2050" spc="-60" dirty="0">
                <a:latin typeface="Lucida Sans Unicode"/>
                <a:cs typeface="Lucida Sans Unicode"/>
              </a:rPr>
              <a:t>None</a:t>
            </a:r>
            <a:r>
              <a:rPr sz="2050" spc="-12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apply</a:t>
            </a:r>
            <a:r>
              <a:rPr sz="2050" spc="-70" dirty="0">
                <a:latin typeface="Lucida Sans Unicode"/>
                <a:cs typeface="Lucida Sans Unicode"/>
              </a:rPr>
              <a:t> </a:t>
            </a:r>
            <a:r>
              <a:rPr sz="2050" spc="-35" dirty="0">
                <a:latin typeface="Lucida Sans Unicode"/>
                <a:cs typeface="Lucida Sans Unicode"/>
              </a:rPr>
              <a:t>visual</a:t>
            </a:r>
            <a:r>
              <a:rPr sz="2050" spc="1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cryptography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to </a:t>
            </a:r>
            <a:r>
              <a:rPr sz="2050" spc="-55" dirty="0">
                <a:latin typeface="Lucida Sans Unicode"/>
                <a:cs typeface="Lucida Sans Unicode"/>
              </a:rPr>
              <a:t>image</a:t>
            </a:r>
            <a:r>
              <a:rPr sz="2050" spc="-85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privacy.</a:t>
            </a:r>
            <a:endParaRPr sz="2050" dirty="0">
              <a:latin typeface="Lucida Sans Unicode"/>
              <a:cs typeface="Lucida Sans Unicode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82675" y="8224519"/>
            <a:ext cx="1055306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Note: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No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mainstream</a:t>
            </a:r>
            <a:r>
              <a:rPr sz="1400" spc="15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messenger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applies</a:t>
            </a:r>
            <a:r>
              <a:rPr sz="1400" spc="15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visual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cryptography</a:t>
            </a:r>
            <a:r>
              <a:rPr sz="1400" spc="15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to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images</a:t>
            </a:r>
            <a:r>
              <a:rPr sz="1400" spc="15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Reveal-X</a:t>
            </a:r>
            <a:r>
              <a:rPr sz="1400" spc="15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targets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that</a:t>
            </a:r>
            <a:r>
              <a:rPr sz="1400" spc="145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gap.</a:t>
            </a:r>
            <a:endParaRPr sz="1400" dirty="0">
              <a:latin typeface="Courier New"/>
              <a:cs typeface="Courier New"/>
            </a:endParaRPr>
          </a:p>
        </p:txBody>
      </p:sp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902904"/>
              </p:ext>
            </p:extLst>
          </p:nvPr>
        </p:nvGraphicFramePr>
        <p:xfrm>
          <a:off x="1082675" y="4190231"/>
          <a:ext cx="16519525" cy="3391220"/>
        </p:xfrm>
        <a:graphic>
          <a:graphicData uri="http://schemas.openxmlformats.org/drawingml/2006/table">
            <a:tbl>
              <a:tblPr>
                <a:effectLst>
                  <a:outerShdw blurRad="50800" sx="1000" sy="1000" algn="ctr" rotWithShape="0">
                    <a:srgbClr val="000000">
                      <a:alpha val="45000"/>
                    </a:srgbClr>
                  </a:outerShdw>
                </a:effectLst>
                <a:tableStyleId>{D113A9D2-9D6B-4929-AA2D-F23B5EE8CBE7}</a:tableStyleId>
              </a:tblPr>
              <a:tblGrid>
                <a:gridCol w="3303905">
                  <a:extLst>
                    <a:ext uri="{9D8B030D-6E8A-4147-A177-3AD203B41FA5}">
                      <a16:colId xmlns:a16="http://schemas.microsoft.com/office/drawing/2014/main" val="212366820"/>
                    </a:ext>
                  </a:extLst>
                </a:gridCol>
                <a:gridCol w="3303905">
                  <a:extLst>
                    <a:ext uri="{9D8B030D-6E8A-4147-A177-3AD203B41FA5}">
                      <a16:colId xmlns:a16="http://schemas.microsoft.com/office/drawing/2014/main" val="3316079574"/>
                    </a:ext>
                  </a:extLst>
                </a:gridCol>
                <a:gridCol w="3303905">
                  <a:extLst>
                    <a:ext uri="{9D8B030D-6E8A-4147-A177-3AD203B41FA5}">
                      <a16:colId xmlns:a16="http://schemas.microsoft.com/office/drawing/2014/main" val="637521586"/>
                    </a:ext>
                  </a:extLst>
                </a:gridCol>
                <a:gridCol w="3303905">
                  <a:extLst>
                    <a:ext uri="{9D8B030D-6E8A-4147-A177-3AD203B41FA5}">
                      <a16:colId xmlns:a16="http://schemas.microsoft.com/office/drawing/2014/main" val="2190742555"/>
                    </a:ext>
                  </a:extLst>
                </a:gridCol>
                <a:gridCol w="3303905">
                  <a:extLst>
                    <a:ext uri="{9D8B030D-6E8A-4147-A177-3AD203B41FA5}">
                      <a16:colId xmlns:a16="http://schemas.microsoft.com/office/drawing/2014/main" val="155205019"/>
                    </a:ext>
                  </a:extLst>
                </a:gridCol>
              </a:tblGrid>
              <a:tr h="371843">
                <a:tc>
                  <a:txBody>
                    <a:bodyPr/>
                    <a:lstStyle/>
                    <a:p>
                      <a:r>
                        <a:rPr lang="en-US" sz="2000" dirty="0"/>
                        <a:t>Capability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WhatsApp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Telegram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Signal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Reveal-X</a:t>
                      </a:r>
                      <a:endParaRPr 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903762"/>
                  </a:ext>
                </a:extLst>
              </a:tr>
              <a:tr h="573485">
                <a:tc>
                  <a:txBody>
                    <a:bodyPr/>
                    <a:lstStyle/>
                    <a:p>
                      <a:r>
                        <a:rPr lang="en-US" sz="2000" dirty="0"/>
                        <a:t>End-to-end Encryption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Optional (Opt-in)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328717"/>
                  </a:ext>
                </a:extLst>
              </a:tr>
              <a:tr h="573485">
                <a:tc>
                  <a:txBody>
                    <a:bodyPr/>
                    <a:lstStyle/>
                    <a:p>
                      <a:r>
                        <a:rPr lang="en-US" sz="2000"/>
                        <a:t>Image Protection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AES Keys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AES Keys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AES Keys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Visual Cryptography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060832"/>
                  </a:ext>
                </a:extLst>
              </a:tr>
              <a:tr h="573485">
                <a:tc>
                  <a:txBody>
                    <a:bodyPr/>
                    <a:lstStyle/>
                    <a:p>
                      <a:r>
                        <a:rPr lang="en-US" sz="2000"/>
                        <a:t>Server Can Reconstruct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Stored on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Stored on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88969"/>
                  </a:ext>
                </a:extLst>
              </a:tr>
              <a:tr h="573485">
                <a:tc>
                  <a:txBody>
                    <a:bodyPr/>
                    <a:lstStyle/>
                    <a:p>
                      <a:r>
                        <a:rPr lang="en-US" sz="2000"/>
                        <a:t>Security Guarantee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Computational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Computational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Computational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Information-Theoretic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363989"/>
                  </a:ext>
                </a:extLst>
              </a:tr>
              <a:tr h="573485">
                <a:tc>
                  <a:txBody>
                    <a:bodyPr/>
                    <a:lstStyle/>
                    <a:p>
                      <a:r>
                        <a:rPr lang="en-US" sz="2000"/>
                        <a:t>Share-Level Tamper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Available (Part 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641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9305" y="2871470"/>
            <a:ext cx="274066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1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0</a:t>
            </a:r>
            <a:r>
              <a:rPr sz="14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—</a:t>
            </a:r>
            <a:r>
              <a:rPr sz="1400" spc="13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W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A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L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K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T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H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R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O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U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G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H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0" y="3596871"/>
            <a:ext cx="6781799" cy="7963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060"/>
              </a:lnSpc>
              <a:spcBef>
                <a:spcPts val="110"/>
              </a:spcBef>
            </a:pPr>
            <a:r>
              <a:rPr sz="5350" spc="-225" dirty="0" smtClean="0"/>
              <a:t>Real-</a:t>
            </a:r>
            <a:r>
              <a:rPr sz="5350" spc="-20" dirty="0" smtClean="0"/>
              <a:t>time</a:t>
            </a:r>
            <a:r>
              <a:rPr lang="en-US" sz="5350" dirty="0"/>
              <a:t> </a:t>
            </a:r>
            <a:r>
              <a:rPr sz="5350" spc="-265" dirty="0" smtClean="0"/>
              <a:t>messaging</a:t>
            </a:r>
            <a:endParaRPr sz="5350" dirty="0"/>
          </a:p>
        </p:txBody>
      </p:sp>
      <p:sp>
        <p:nvSpPr>
          <p:cNvPr id="5" name="object 5"/>
          <p:cNvSpPr txBox="1"/>
          <p:nvPr/>
        </p:nvSpPr>
        <p:spPr>
          <a:xfrm>
            <a:off x="1267221" y="5006402"/>
            <a:ext cx="22542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50" dirty="0">
                <a:solidFill>
                  <a:srgbClr val="58A6FF"/>
                </a:solidFill>
                <a:latin typeface="Segoe UI Symbol"/>
                <a:cs typeface="Segoe UI Symbol"/>
              </a:rPr>
              <a:t>→</a:t>
            </a:r>
            <a:endParaRPr sz="18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4048" y="4928357"/>
            <a:ext cx="4189095" cy="711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8600"/>
              </a:lnSpc>
              <a:spcBef>
                <a:spcPts val="90"/>
              </a:spcBef>
            </a:pPr>
            <a:r>
              <a:rPr sz="1750" dirty="0">
                <a:latin typeface="Lucida Sans Unicode"/>
                <a:cs typeface="Lucida Sans Unicode"/>
              </a:rPr>
              <a:t>Instant</a:t>
            </a:r>
            <a:r>
              <a:rPr sz="1750" spc="-85" dirty="0">
                <a:latin typeface="Lucida Sans Unicode"/>
                <a:cs typeface="Lucida Sans Unicode"/>
              </a:rPr>
              <a:t> </a:t>
            </a:r>
            <a:r>
              <a:rPr sz="1750" dirty="0">
                <a:latin typeface="Lucida Sans Unicode"/>
                <a:cs typeface="Lucida Sans Unicode"/>
              </a:rPr>
              <a:t>WebSocket</a:t>
            </a:r>
            <a:r>
              <a:rPr sz="1750" spc="-75" dirty="0">
                <a:latin typeface="Lucida Sans Unicode"/>
                <a:cs typeface="Lucida Sans Unicode"/>
              </a:rPr>
              <a:t> </a:t>
            </a:r>
            <a:r>
              <a:rPr sz="1750" spc="-10" dirty="0">
                <a:latin typeface="Lucida Sans Unicode"/>
                <a:cs typeface="Lucida Sans Unicode"/>
              </a:rPr>
              <a:t>delivery</a:t>
            </a:r>
            <a:r>
              <a:rPr sz="1750" spc="-15" dirty="0">
                <a:latin typeface="Lucida Sans Unicode"/>
                <a:cs typeface="Lucida Sans Unicode"/>
              </a:rPr>
              <a:t> </a:t>
            </a:r>
            <a:r>
              <a:rPr sz="1750" dirty="0">
                <a:latin typeface="Lucida Sans Unicode"/>
                <a:cs typeface="Lucida Sans Unicode"/>
              </a:rPr>
              <a:t>with</a:t>
            </a:r>
            <a:r>
              <a:rPr sz="1750" spc="-20" dirty="0">
                <a:latin typeface="Lucida Sans Unicode"/>
                <a:cs typeface="Lucida Sans Unicode"/>
              </a:rPr>
              <a:t> </a:t>
            </a:r>
            <a:r>
              <a:rPr sz="1750" spc="-10" dirty="0">
                <a:latin typeface="Lucida Sans Unicode"/>
                <a:cs typeface="Lucida Sans Unicode"/>
              </a:rPr>
              <a:t>typing </a:t>
            </a:r>
            <a:r>
              <a:rPr sz="1750" spc="-20" dirty="0">
                <a:latin typeface="Lucida Sans Unicode"/>
                <a:cs typeface="Lucida Sans Unicode"/>
              </a:rPr>
              <a:t>indicators</a:t>
            </a:r>
            <a:r>
              <a:rPr sz="1750" spc="-114" dirty="0">
                <a:latin typeface="Lucida Sans Unicode"/>
                <a:cs typeface="Lucida Sans Unicode"/>
              </a:rPr>
              <a:t> </a:t>
            </a:r>
            <a:r>
              <a:rPr sz="1750" spc="-10" dirty="0">
                <a:latin typeface="Lucida Sans Unicode"/>
                <a:cs typeface="Lucida Sans Unicode"/>
              </a:rPr>
              <a:t>and</a:t>
            </a:r>
            <a:r>
              <a:rPr sz="1750" spc="-75" dirty="0">
                <a:latin typeface="Lucida Sans Unicode"/>
                <a:cs typeface="Lucida Sans Unicode"/>
              </a:rPr>
              <a:t> </a:t>
            </a:r>
            <a:r>
              <a:rPr sz="1750" spc="-35" dirty="0">
                <a:latin typeface="Lucida Sans Unicode"/>
                <a:cs typeface="Lucida Sans Unicode"/>
              </a:rPr>
              <a:t>read</a:t>
            </a:r>
            <a:r>
              <a:rPr sz="1750" spc="-70" dirty="0">
                <a:latin typeface="Lucida Sans Unicode"/>
                <a:cs typeface="Lucida Sans Unicode"/>
              </a:rPr>
              <a:t> </a:t>
            </a:r>
            <a:r>
              <a:rPr sz="1750" spc="-10" dirty="0">
                <a:latin typeface="Lucida Sans Unicode"/>
                <a:cs typeface="Lucida Sans Unicode"/>
              </a:rPr>
              <a:t>receipts.</a:t>
            </a:r>
            <a:endParaRPr sz="175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221" y="5882702"/>
            <a:ext cx="22542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50" dirty="0">
                <a:solidFill>
                  <a:srgbClr val="00B4D8"/>
                </a:solidFill>
                <a:latin typeface="Segoe UI Symbol"/>
                <a:cs typeface="Segoe UI Symbol"/>
              </a:rPr>
              <a:t>→</a:t>
            </a:r>
            <a:endParaRPr sz="185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4048" y="5785607"/>
            <a:ext cx="4748530" cy="720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95"/>
              </a:spcBef>
            </a:pPr>
            <a:r>
              <a:rPr sz="1750" dirty="0">
                <a:latin typeface="Lucida Sans Unicode"/>
                <a:cs typeface="Lucida Sans Unicode"/>
              </a:rPr>
              <a:t>Presence</a:t>
            </a:r>
            <a:r>
              <a:rPr sz="17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latin typeface="Lucida Sans Unicode"/>
                <a:cs typeface="Lucida Sans Unicode"/>
              </a:rPr>
              <a:t>tracking shows who is online in real time.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67221" y="6778052"/>
            <a:ext cx="22542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spc="-50" dirty="0">
                <a:solidFill>
                  <a:srgbClr val="00B0F0"/>
                </a:solidFill>
                <a:latin typeface="Segoe UI Symbol"/>
                <a:cs typeface="Segoe UI Symbol"/>
              </a:rPr>
              <a:t>→</a:t>
            </a:r>
            <a:endParaRPr sz="1850" dirty="0">
              <a:solidFill>
                <a:srgbClr val="00B0F0"/>
              </a:solidFill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4048" y="6700008"/>
            <a:ext cx="3883660" cy="7198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95"/>
              </a:spcBef>
            </a:pPr>
            <a:r>
              <a:rPr sz="1750" dirty="0">
                <a:latin typeface="Lucida Sans Unicode"/>
                <a:cs typeface="Lucida Sans Unicode"/>
              </a:rPr>
              <a:t>Glassmorphic dark UI, installable as a Progressive Web App.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6781800" y="1349333"/>
            <a:ext cx="10363200" cy="7425275"/>
            <a:chOff x="6638924" y="1457324"/>
            <a:chExt cx="10363200" cy="7372522"/>
          </a:xfrm>
          <a:solidFill>
            <a:schemeClr val="tx2">
              <a:lumMod val="50000"/>
            </a:schemeClr>
          </a:solidFill>
        </p:grpSpPr>
        <p:sp>
          <p:nvSpPr>
            <p:cNvPr id="13" name="object 13"/>
            <p:cNvSpPr/>
            <p:nvPr/>
          </p:nvSpPr>
          <p:spPr>
            <a:xfrm>
              <a:off x="6638924" y="1457496"/>
              <a:ext cx="10363200" cy="7372350"/>
            </a:xfrm>
            <a:custGeom>
              <a:avLst/>
              <a:gdLst/>
              <a:ahLst/>
              <a:cxnLst/>
              <a:rect l="l" t="t" r="r" b="b"/>
              <a:pathLst>
                <a:path w="10363200" h="7372350">
                  <a:moveTo>
                    <a:pt x="10227342" y="7372005"/>
                  </a:moveTo>
                  <a:lnTo>
                    <a:pt x="135855" y="7372005"/>
                  </a:lnTo>
                  <a:lnTo>
                    <a:pt x="121919" y="7370633"/>
                  </a:lnTo>
                  <a:lnTo>
                    <a:pt x="81778" y="7358456"/>
                  </a:lnTo>
                  <a:lnTo>
                    <a:pt x="46931" y="7335172"/>
                  </a:lnTo>
                  <a:lnTo>
                    <a:pt x="20320" y="7302747"/>
                  </a:lnTo>
                  <a:lnTo>
                    <a:pt x="4281" y="7264026"/>
                  </a:lnTo>
                  <a:lnTo>
                    <a:pt x="0" y="7229302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10227342" y="0"/>
                  </a:lnTo>
                  <a:lnTo>
                    <a:pt x="10268446" y="8176"/>
                  </a:lnTo>
                  <a:lnTo>
                    <a:pt x="10305440" y="27949"/>
                  </a:lnTo>
                  <a:lnTo>
                    <a:pt x="10335076" y="57585"/>
                  </a:lnTo>
                  <a:lnTo>
                    <a:pt x="10354849" y="94577"/>
                  </a:lnTo>
                  <a:lnTo>
                    <a:pt x="10363026" y="135684"/>
                  </a:lnTo>
                  <a:lnTo>
                    <a:pt x="10363026" y="7236321"/>
                  </a:lnTo>
                  <a:lnTo>
                    <a:pt x="10354849" y="7277427"/>
                  </a:lnTo>
                  <a:lnTo>
                    <a:pt x="10335076" y="7314419"/>
                  </a:lnTo>
                  <a:lnTo>
                    <a:pt x="10305440" y="7344056"/>
                  </a:lnTo>
                  <a:lnTo>
                    <a:pt x="10268446" y="7363828"/>
                  </a:lnTo>
                  <a:lnTo>
                    <a:pt x="10227342" y="737200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38924" y="1457324"/>
              <a:ext cx="10363200" cy="7372350"/>
            </a:xfrm>
            <a:custGeom>
              <a:avLst/>
              <a:gdLst/>
              <a:ahLst/>
              <a:cxnLst/>
              <a:rect l="l" t="t" r="r" b="b"/>
              <a:pathLst>
                <a:path w="10363200" h="7372350">
                  <a:moveTo>
                    <a:pt x="0" y="72294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0220324" y="0"/>
                  </a:lnTo>
                  <a:lnTo>
                    <a:pt x="10261796" y="6150"/>
                  </a:lnTo>
                  <a:lnTo>
                    <a:pt x="10299699" y="24078"/>
                  </a:lnTo>
                  <a:lnTo>
                    <a:pt x="10330767" y="52234"/>
                  </a:lnTo>
                  <a:lnTo>
                    <a:pt x="10352322" y="88198"/>
                  </a:lnTo>
                  <a:lnTo>
                    <a:pt x="10362511" y="128870"/>
                  </a:lnTo>
                  <a:lnTo>
                    <a:pt x="10363199" y="142874"/>
                  </a:lnTo>
                  <a:lnTo>
                    <a:pt x="10363199" y="7229474"/>
                  </a:lnTo>
                  <a:lnTo>
                    <a:pt x="10357046" y="7270948"/>
                  </a:lnTo>
                  <a:lnTo>
                    <a:pt x="10339118" y="7308850"/>
                  </a:lnTo>
                  <a:lnTo>
                    <a:pt x="10310961" y="7339919"/>
                  </a:lnTo>
                  <a:lnTo>
                    <a:pt x="10274997" y="7361472"/>
                  </a:lnTo>
                  <a:lnTo>
                    <a:pt x="10234327" y="7371662"/>
                  </a:lnTo>
                  <a:lnTo>
                    <a:pt x="10220324" y="7372349"/>
                  </a:lnTo>
                  <a:lnTo>
                    <a:pt x="142874" y="7372349"/>
                  </a:lnTo>
                  <a:lnTo>
                    <a:pt x="101399" y="7366197"/>
                  </a:lnTo>
                  <a:lnTo>
                    <a:pt x="63497" y="7348269"/>
                  </a:lnTo>
                  <a:lnTo>
                    <a:pt x="32428" y="7320114"/>
                  </a:lnTo>
                  <a:lnTo>
                    <a:pt x="10874" y="7284149"/>
                  </a:lnTo>
                  <a:lnTo>
                    <a:pt x="685" y="7243478"/>
                  </a:lnTo>
                  <a:lnTo>
                    <a:pt x="0" y="7229474"/>
                  </a:lnTo>
                  <a:close/>
                </a:path>
              </a:pathLst>
            </a:custGeom>
            <a:grpFill/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8" y="1657349"/>
              <a:ext cx="171449" cy="152399"/>
            </a:xfrm>
            <a:prstGeom prst="rect">
              <a:avLst/>
            </a:prstGeom>
            <a:grpFill/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798" y="1657349"/>
              <a:ext cx="152400" cy="152399"/>
            </a:xfrm>
            <a:prstGeom prst="rect">
              <a:avLst/>
            </a:prstGeom>
            <a:grpFill/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0549" y="1657349"/>
              <a:ext cx="171449" cy="152399"/>
            </a:xfrm>
            <a:prstGeom prst="rect">
              <a:avLst/>
            </a:prstGeom>
            <a:grpFill/>
          </p:spPr>
        </p:pic>
      </p:grpSp>
      <p:sp>
        <p:nvSpPr>
          <p:cNvPr id="18" name="object 18"/>
          <p:cNvSpPr txBox="1"/>
          <p:nvPr/>
        </p:nvSpPr>
        <p:spPr>
          <a:xfrm>
            <a:off x="8670825" y="1605407"/>
            <a:ext cx="209423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spc="-10" dirty="0">
                <a:solidFill>
                  <a:srgbClr val="8B949D"/>
                </a:solidFill>
                <a:latin typeface="Courier New"/>
                <a:cs typeface="Courier New"/>
              </a:rPr>
              <a:t>reveal-</a:t>
            </a:r>
            <a:r>
              <a:rPr sz="1350" dirty="0">
                <a:solidFill>
                  <a:srgbClr val="8B949D"/>
                </a:solidFill>
                <a:latin typeface="Courier New"/>
                <a:cs typeface="Courier New"/>
              </a:rPr>
              <a:t>x</a:t>
            </a:r>
            <a:r>
              <a:rPr sz="1350" spc="1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8B949D"/>
                </a:solidFill>
                <a:latin typeface="Courier New"/>
                <a:cs typeface="Courier New"/>
              </a:rPr>
              <a:t>·</a:t>
            </a:r>
            <a:r>
              <a:rPr sz="1350" spc="2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8B949D"/>
                </a:solidFill>
                <a:latin typeface="Courier New"/>
                <a:cs typeface="Courier New"/>
              </a:rPr>
              <a:t>messaging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21229" y="4560633"/>
            <a:ext cx="3068955" cy="20993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54685" algn="ctr">
              <a:lnSpc>
                <a:spcPct val="100000"/>
              </a:lnSpc>
              <a:spcBef>
                <a:spcPts val="140"/>
              </a:spcBef>
            </a:pPr>
            <a:r>
              <a:rPr sz="3700" spc="-50" dirty="0">
                <a:solidFill>
                  <a:srgbClr val="58A6FF"/>
                </a:solidFill>
                <a:latin typeface="Courier New"/>
                <a:cs typeface="Courier New"/>
              </a:rPr>
              <a:t>+</a:t>
            </a:r>
            <a:endParaRPr sz="37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3359"/>
              </a:spcBef>
            </a:pP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Paste</a:t>
            </a:r>
            <a:r>
              <a:rPr sz="220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your</a:t>
            </a:r>
            <a:r>
              <a:rPr sz="220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screenshot</a:t>
            </a:r>
            <a:endParaRPr sz="2200">
              <a:latin typeface="Lucida Sans Unicode"/>
              <a:cs typeface="Lucida Sans Unicode"/>
            </a:endParaRPr>
          </a:p>
          <a:p>
            <a:pPr marL="438150" marR="868044" indent="-400050">
              <a:lnSpc>
                <a:spcPct val="109800"/>
              </a:lnSpc>
              <a:spcBef>
                <a:spcPts val="1000"/>
              </a:spcBef>
            </a:pPr>
            <a:r>
              <a:rPr sz="3300" spc="104" baseline="15151" dirty="0">
                <a:solidFill>
                  <a:srgbClr val="E6ECF2"/>
                </a:solidFill>
                <a:latin typeface="Lucida Sans Unicode"/>
                <a:cs typeface="Lucida Sans Unicode"/>
              </a:rPr>
              <a:t>h</a:t>
            </a:r>
            <a:r>
              <a:rPr sz="3300" spc="22" baseline="15151" dirty="0">
                <a:solidFill>
                  <a:srgbClr val="E6ECF2"/>
                </a:solidFill>
                <a:latin typeface="Lucida Sans Unicode"/>
                <a:cs typeface="Lucida Sans Unicode"/>
              </a:rPr>
              <a:t>e</a:t>
            </a:r>
            <a:r>
              <a:rPr sz="3300" spc="-419" baseline="15151" dirty="0">
                <a:solidFill>
                  <a:srgbClr val="E6ECF2"/>
                </a:solidFill>
                <a:latin typeface="Lucida Sans Unicode"/>
                <a:cs typeface="Lucida Sans Unicode"/>
              </a:rPr>
              <a:t>r</a:t>
            </a:r>
            <a:r>
              <a:rPr sz="1400" spc="-620" dirty="0">
                <a:solidFill>
                  <a:srgbClr val="8B949D"/>
                </a:solidFill>
                <a:latin typeface="Courier New"/>
                <a:cs typeface="Courier New"/>
              </a:rPr>
              <a:t>M</a:t>
            </a:r>
            <a:r>
              <a:rPr sz="3300" spc="-922" baseline="15151" dirty="0">
                <a:solidFill>
                  <a:srgbClr val="E6ECF2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8B949D"/>
                </a:solidFill>
                <a:latin typeface="Courier New"/>
                <a:cs typeface="Courier New"/>
              </a:rPr>
              <a:t>essagin</a:t>
            </a:r>
            <a:r>
              <a:rPr sz="1400" spc="5" dirty="0">
                <a:solidFill>
                  <a:srgbClr val="8B949D"/>
                </a:solidFill>
                <a:latin typeface="Courier New"/>
                <a:cs typeface="Courier New"/>
              </a:rPr>
              <a:t>g</a:t>
            </a:r>
            <a:r>
              <a:rPr sz="1400" spc="3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B949D"/>
                </a:solidFill>
                <a:latin typeface="Courier New"/>
                <a:cs typeface="Courier New"/>
              </a:rPr>
              <a:t>/</a:t>
            </a:r>
            <a:r>
              <a:rPr sz="1400" spc="3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400" spc="-20" dirty="0">
                <a:solidFill>
                  <a:srgbClr val="8B949D"/>
                </a:solidFill>
                <a:latin typeface="Courier New"/>
                <a:cs typeface="Courier New"/>
              </a:rPr>
              <a:t>chat </a:t>
            </a:r>
            <a:r>
              <a:rPr sz="1400" spc="-10" dirty="0">
                <a:solidFill>
                  <a:srgbClr val="8B949D"/>
                </a:solidFill>
                <a:latin typeface="Courier New"/>
                <a:cs typeface="Courier New"/>
              </a:rPr>
              <a:t>interface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1347158"/>
            <a:ext cx="10058398" cy="5714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8975" y="2074640"/>
            <a:ext cx="9848849" cy="63817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8412" y="1480819"/>
            <a:ext cx="274066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3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W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K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U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G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H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68412" y="1782717"/>
            <a:ext cx="8975090" cy="843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50" spc="-325" dirty="0"/>
              <a:t>Visual</a:t>
            </a:r>
            <a:r>
              <a:rPr sz="5350" spc="-114" dirty="0"/>
              <a:t> </a:t>
            </a:r>
            <a:r>
              <a:rPr sz="5350" spc="-95" dirty="0"/>
              <a:t>cryptography</a:t>
            </a:r>
            <a:r>
              <a:rPr sz="5350" spc="-300" dirty="0"/>
              <a:t> </a:t>
            </a:r>
            <a:r>
              <a:rPr sz="5350" spc="-229" dirty="0"/>
              <a:t>in</a:t>
            </a:r>
            <a:r>
              <a:rPr sz="5350" spc="-325" dirty="0"/>
              <a:t> </a:t>
            </a:r>
            <a:r>
              <a:rPr sz="5350" spc="-20" dirty="0"/>
              <a:t>action</a:t>
            </a:r>
            <a:endParaRPr sz="5350" dirty="0"/>
          </a:p>
        </p:txBody>
      </p:sp>
      <p:sp>
        <p:nvSpPr>
          <p:cNvPr id="5" name="object 5"/>
          <p:cNvSpPr txBox="1"/>
          <p:nvPr/>
        </p:nvSpPr>
        <p:spPr>
          <a:xfrm>
            <a:off x="1265138" y="2883403"/>
            <a:ext cx="1096645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45" dirty="0">
                <a:latin typeface="Lucida Sans Unicode"/>
                <a:cs typeface="Lucida Sans Unicode"/>
              </a:rPr>
              <a:t>Capture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the</a:t>
            </a:r>
            <a:r>
              <a:rPr sz="1950" spc="-105" dirty="0">
                <a:latin typeface="Lucida Sans Unicode"/>
                <a:cs typeface="Lucida Sans Unicode"/>
              </a:rPr>
              <a:t> </a:t>
            </a:r>
            <a:r>
              <a:rPr sz="1950" spc="-25" dirty="0">
                <a:latin typeface="Lucida Sans Unicode"/>
                <a:cs typeface="Lucida Sans Unicode"/>
              </a:rPr>
              <a:t>noisy</a:t>
            </a:r>
            <a:r>
              <a:rPr sz="1950" spc="-50" dirty="0">
                <a:latin typeface="Lucida Sans Unicode"/>
                <a:cs typeface="Lucida Sans Unicode"/>
              </a:rPr>
              <a:t> </a:t>
            </a:r>
            <a:r>
              <a:rPr sz="1950" spc="-45" dirty="0">
                <a:latin typeface="Lucida Sans Unicode"/>
                <a:cs typeface="Lucida Sans Unicode"/>
              </a:rPr>
              <a:t>share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10" dirty="0">
                <a:latin typeface="Lucida Sans Unicode"/>
                <a:cs typeface="Lucida Sans Unicode"/>
              </a:rPr>
              <a:t>as</a:t>
            </a:r>
            <a:r>
              <a:rPr sz="1950" spc="-105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it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60" dirty="0">
                <a:latin typeface="Lucida Sans Unicode"/>
                <a:cs typeface="Lucida Sans Unicode"/>
              </a:rPr>
              <a:t>travels,</a:t>
            </a:r>
            <a:r>
              <a:rPr sz="1950" spc="-95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then</a:t>
            </a:r>
            <a:r>
              <a:rPr sz="1950" spc="-6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the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20" dirty="0">
                <a:latin typeface="Lucida Sans Unicode"/>
                <a:cs typeface="Lucida Sans Unicode"/>
              </a:rPr>
              <a:t>clear</a:t>
            </a:r>
            <a:r>
              <a:rPr sz="1950" spc="-105" dirty="0">
                <a:latin typeface="Lucida Sans Unicode"/>
                <a:cs typeface="Lucida Sans Unicode"/>
              </a:rPr>
              <a:t> </a:t>
            </a:r>
            <a:r>
              <a:rPr sz="1950" spc="-75" dirty="0">
                <a:latin typeface="Lucida Sans Unicode"/>
                <a:cs typeface="Lucida Sans Unicode"/>
              </a:rPr>
              <a:t>image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45" dirty="0">
                <a:latin typeface="Lucida Sans Unicode"/>
                <a:cs typeface="Lucida Sans Unicode"/>
              </a:rPr>
              <a:t>rebuilt</a:t>
            </a:r>
            <a:r>
              <a:rPr sz="1950" spc="-105" dirty="0">
                <a:latin typeface="Lucida Sans Unicode"/>
                <a:cs typeface="Lucida Sans Unicode"/>
              </a:rPr>
              <a:t> </a:t>
            </a:r>
            <a:r>
              <a:rPr sz="1950" spc="-25" dirty="0">
                <a:latin typeface="Lucida Sans Unicode"/>
                <a:cs typeface="Lucida Sans Unicode"/>
              </a:rPr>
              <a:t>only</a:t>
            </a:r>
            <a:r>
              <a:rPr sz="1950" spc="-50" dirty="0">
                <a:latin typeface="Lucida Sans Unicode"/>
                <a:cs typeface="Lucida Sans Unicode"/>
              </a:rPr>
              <a:t> </a:t>
            </a:r>
            <a:r>
              <a:rPr sz="1950" spc="-125" dirty="0">
                <a:latin typeface="Lucida Sans Unicode"/>
                <a:cs typeface="Lucida Sans Unicode"/>
              </a:rPr>
              <a:t>in</a:t>
            </a:r>
            <a:r>
              <a:rPr sz="1950" spc="-60" dirty="0">
                <a:latin typeface="Lucida Sans Unicode"/>
                <a:cs typeface="Lucida Sans Unicode"/>
              </a:rPr>
              <a:t> </a:t>
            </a:r>
            <a:r>
              <a:rPr sz="1950" dirty="0">
                <a:latin typeface="Lucida Sans Unicode"/>
                <a:cs typeface="Lucida Sans Unicode"/>
              </a:rPr>
              <a:t>the</a:t>
            </a:r>
            <a:r>
              <a:rPr sz="1950" spc="-110" dirty="0">
                <a:latin typeface="Lucida Sans Unicode"/>
                <a:cs typeface="Lucida Sans Unicode"/>
              </a:rPr>
              <a:t> </a:t>
            </a:r>
            <a:r>
              <a:rPr sz="1950" spc="-45" dirty="0">
                <a:latin typeface="Lucida Sans Unicode"/>
                <a:cs typeface="Lucida Sans Unicode"/>
              </a:rPr>
              <a:t>receiver’s</a:t>
            </a:r>
            <a:r>
              <a:rPr sz="1950" spc="-105" dirty="0">
                <a:latin typeface="Lucida Sans Unicode"/>
                <a:cs typeface="Lucida Sans Unicode"/>
              </a:rPr>
              <a:t> </a:t>
            </a:r>
            <a:r>
              <a:rPr sz="1950" spc="-10" dirty="0">
                <a:latin typeface="Lucida Sans Unicode"/>
                <a:cs typeface="Lucida Sans Unicode"/>
              </a:rPr>
              <a:t>browser.</a:t>
            </a:r>
            <a:endParaRPr sz="19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6349" y="3428999"/>
            <a:ext cx="7639050" cy="5372100"/>
            <a:chOff x="1276349" y="3428999"/>
            <a:chExt cx="7639050" cy="5372100"/>
          </a:xfrm>
        </p:grpSpPr>
        <p:sp>
          <p:nvSpPr>
            <p:cNvPr id="7" name="object 7"/>
            <p:cNvSpPr/>
            <p:nvPr/>
          </p:nvSpPr>
          <p:spPr>
            <a:xfrm>
              <a:off x="1285874" y="3438696"/>
              <a:ext cx="7620000" cy="5353050"/>
            </a:xfrm>
            <a:custGeom>
              <a:avLst/>
              <a:gdLst/>
              <a:ahLst/>
              <a:cxnLst/>
              <a:rect l="l" t="t" r="r" b="b"/>
              <a:pathLst>
                <a:path w="7620000" h="5353050">
                  <a:moveTo>
                    <a:pt x="7484143" y="5352706"/>
                  </a:moveTo>
                  <a:lnTo>
                    <a:pt x="135855" y="5352705"/>
                  </a:lnTo>
                  <a:lnTo>
                    <a:pt x="94749" y="5344528"/>
                  </a:lnTo>
                  <a:lnTo>
                    <a:pt x="57756" y="5324755"/>
                  </a:lnTo>
                  <a:lnTo>
                    <a:pt x="28120" y="5295119"/>
                  </a:lnTo>
                  <a:lnTo>
                    <a:pt x="8347" y="5258127"/>
                  </a:lnTo>
                  <a:lnTo>
                    <a:pt x="171" y="5217021"/>
                  </a:lnTo>
                  <a:lnTo>
                    <a:pt x="0" y="52100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484143" y="0"/>
                  </a:lnTo>
                  <a:lnTo>
                    <a:pt x="7498080" y="1372"/>
                  </a:lnTo>
                  <a:lnTo>
                    <a:pt x="7538218" y="13548"/>
                  </a:lnTo>
                  <a:lnTo>
                    <a:pt x="7573066" y="36833"/>
                  </a:lnTo>
                  <a:lnTo>
                    <a:pt x="7599675" y="69257"/>
                  </a:lnTo>
                  <a:lnTo>
                    <a:pt x="7615715" y="107978"/>
                  </a:lnTo>
                  <a:lnTo>
                    <a:pt x="7619827" y="135684"/>
                  </a:lnTo>
                  <a:lnTo>
                    <a:pt x="7619827" y="5217021"/>
                  </a:lnTo>
                  <a:lnTo>
                    <a:pt x="7611649" y="5258127"/>
                  </a:lnTo>
                  <a:lnTo>
                    <a:pt x="7591876" y="5295119"/>
                  </a:lnTo>
                  <a:lnTo>
                    <a:pt x="7562241" y="5324756"/>
                  </a:lnTo>
                  <a:lnTo>
                    <a:pt x="7525249" y="5344528"/>
                  </a:lnTo>
                  <a:lnTo>
                    <a:pt x="7484143" y="53527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85874" y="3438524"/>
              <a:ext cx="7620000" cy="5353050"/>
            </a:xfrm>
            <a:custGeom>
              <a:avLst/>
              <a:gdLst/>
              <a:ahLst/>
              <a:cxnLst/>
              <a:rect l="l" t="t" r="r" b="b"/>
              <a:pathLst>
                <a:path w="7620000" h="5353050">
                  <a:moveTo>
                    <a:pt x="0" y="52101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477124" y="0"/>
                  </a:lnTo>
                  <a:lnTo>
                    <a:pt x="7518599" y="6150"/>
                  </a:lnTo>
                  <a:lnTo>
                    <a:pt x="7556500" y="24078"/>
                  </a:lnTo>
                  <a:lnTo>
                    <a:pt x="7587568" y="52234"/>
                  </a:lnTo>
                  <a:lnTo>
                    <a:pt x="7609122" y="88198"/>
                  </a:lnTo>
                  <a:lnTo>
                    <a:pt x="7619312" y="128870"/>
                  </a:lnTo>
                  <a:lnTo>
                    <a:pt x="7619999" y="142874"/>
                  </a:lnTo>
                  <a:lnTo>
                    <a:pt x="7619999" y="5210174"/>
                  </a:lnTo>
                  <a:lnTo>
                    <a:pt x="7613847" y="5251648"/>
                  </a:lnTo>
                  <a:lnTo>
                    <a:pt x="7595918" y="5289550"/>
                  </a:lnTo>
                  <a:lnTo>
                    <a:pt x="7567763" y="5320619"/>
                  </a:lnTo>
                  <a:lnTo>
                    <a:pt x="7531799" y="5342172"/>
                  </a:lnTo>
                  <a:lnTo>
                    <a:pt x="7491128" y="5352362"/>
                  </a:lnTo>
                  <a:lnTo>
                    <a:pt x="7477124" y="5353049"/>
                  </a:lnTo>
                  <a:lnTo>
                    <a:pt x="142874" y="5353049"/>
                  </a:lnTo>
                  <a:lnTo>
                    <a:pt x="101399" y="5346897"/>
                  </a:lnTo>
                  <a:lnTo>
                    <a:pt x="63497" y="5328969"/>
                  </a:lnTo>
                  <a:lnTo>
                    <a:pt x="32429" y="5300813"/>
                  </a:lnTo>
                  <a:lnTo>
                    <a:pt x="10875" y="5264849"/>
                  </a:lnTo>
                  <a:lnTo>
                    <a:pt x="686" y="5224178"/>
                  </a:lnTo>
                  <a:lnTo>
                    <a:pt x="0" y="52101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4035" y="3681857"/>
            <a:ext cx="358457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S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H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A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R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350" spc="-135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1</a:t>
            </a:r>
            <a:r>
              <a:rPr sz="1350" spc="-130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—</a:t>
            </a:r>
            <a:r>
              <a:rPr sz="1350" spc="-130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O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V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R</a:t>
            </a:r>
            <a:r>
              <a:rPr sz="1350" spc="-130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H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350" spc="-135" dirty="0">
                <a:solidFill>
                  <a:srgbClr val="58A6F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350" spc="-53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W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O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58A6FF"/>
                </a:solidFill>
                <a:latin typeface="Courier New"/>
                <a:cs typeface="Courier New"/>
              </a:rPr>
              <a:t>R</a:t>
            </a:r>
            <a:r>
              <a:rPr sz="1350" spc="-540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58A6FF"/>
                </a:solidFill>
                <a:latin typeface="Courier New"/>
                <a:cs typeface="Courier New"/>
              </a:rPr>
              <a:t>K</a:t>
            </a:r>
            <a:endParaRPr sz="1350" dirty="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04949" y="4057649"/>
            <a:ext cx="7181850" cy="4514850"/>
            <a:chOff x="1504949" y="4057649"/>
            <a:chExt cx="7181850" cy="4514850"/>
          </a:xfrm>
        </p:grpSpPr>
        <p:sp>
          <p:nvSpPr>
            <p:cNvPr id="11" name="object 11"/>
            <p:cNvSpPr/>
            <p:nvPr/>
          </p:nvSpPr>
          <p:spPr>
            <a:xfrm>
              <a:off x="1504937" y="4057649"/>
              <a:ext cx="7181850" cy="4514850"/>
            </a:xfrm>
            <a:custGeom>
              <a:avLst/>
              <a:gdLst/>
              <a:ahLst/>
              <a:cxnLst/>
              <a:rect l="l" t="t" r="r" b="b"/>
              <a:pathLst>
                <a:path w="7181850" h="4514850">
                  <a:moveTo>
                    <a:pt x="19050" y="4281348"/>
                  </a:moveTo>
                  <a:lnTo>
                    <a:pt x="0" y="4281348"/>
                  </a:lnTo>
                  <a:lnTo>
                    <a:pt x="0" y="4338498"/>
                  </a:lnTo>
                  <a:lnTo>
                    <a:pt x="19050" y="4338498"/>
                  </a:lnTo>
                  <a:lnTo>
                    <a:pt x="19050" y="4281348"/>
                  </a:lnTo>
                  <a:close/>
                </a:path>
                <a:path w="7181850" h="4514850">
                  <a:moveTo>
                    <a:pt x="19050" y="4186021"/>
                  </a:moveTo>
                  <a:lnTo>
                    <a:pt x="0" y="4186021"/>
                  </a:lnTo>
                  <a:lnTo>
                    <a:pt x="0" y="4243171"/>
                  </a:lnTo>
                  <a:lnTo>
                    <a:pt x="19050" y="4243171"/>
                  </a:lnTo>
                  <a:lnTo>
                    <a:pt x="19050" y="4186021"/>
                  </a:lnTo>
                  <a:close/>
                </a:path>
                <a:path w="7181850" h="4514850">
                  <a:moveTo>
                    <a:pt x="19050" y="4090695"/>
                  </a:moveTo>
                  <a:lnTo>
                    <a:pt x="0" y="4090695"/>
                  </a:lnTo>
                  <a:lnTo>
                    <a:pt x="0" y="4147845"/>
                  </a:lnTo>
                  <a:lnTo>
                    <a:pt x="19050" y="4147845"/>
                  </a:lnTo>
                  <a:lnTo>
                    <a:pt x="19050" y="4090695"/>
                  </a:lnTo>
                  <a:close/>
                </a:path>
                <a:path w="7181850" h="4514850">
                  <a:moveTo>
                    <a:pt x="19050" y="3995369"/>
                  </a:moveTo>
                  <a:lnTo>
                    <a:pt x="0" y="3995369"/>
                  </a:lnTo>
                  <a:lnTo>
                    <a:pt x="0" y="4052519"/>
                  </a:lnTo>
                  <a:lnTo>
                    <a:pt x="19050" y="4052519"/>
                  </a:lnTo>
                  <a:lnTo>
                    <a:pt x="19050" y="3995369"/>
                  </a:lnTo>
                  <a:close/>
                </a:path>
                <a:path w="7181850" h="4514850">
                  <a:moveTo>
                    <a:pt x="19050" y="3900030"/>
                  </a:moveTo>
                  <a:lnTo>
                    <a:pt x="0" y="3900030"/>
                  </a:lnTo>
                  <a:lnTo>
                    <a:pt x="0" y="3957180"/>
                  </a:lnTo>
                  <a:lnTo>
                    <a:pt x="19050" y="3957180"/>
                  </a:lnTo>
                  <a:lnTo>
                    <a:pt x="19050" y="3900030"/>
                  </a:lnTo>
                  <a:close/>
                </a:path>
                <a:path w="7181850" h="4514850">
                  <a:moveTo>
                    <a:pt x="19050" y="3804704"/>
                  </a:moveTo>
                  <a:lnTo>
                    <a:pt x="0" y="3804704"/>
                  </a:lnTo>
                  <a:lnTo>
                    <a:pt x="0" y="3861854"/>
                  </a:lnTo>
                  <a:lnTo>
                    <a:pt x="19050" y="3861854"/>
                  </a:lnTo>
                  <a:lnTo>
                    <a:pt x="19050" y="3804704"/>
                  </a:lnTo>
                  <a:close/>
                </a:path>
                <a:path w="7181850" h="4514850">
                  <a:moveTo>
                    <a:pt x="19050" y="3709378"/>
                  </a:moveTo>
                  <a:lnTo>
                    <a:pt x="0" y="3709378"/>
                  </a:lnTo>
                  <a:lnTo>
                    <a:pt x="0" y="3766528"/>
                  </a:lnTo>
                  <a:lnTo>
                    <a:pt x="19050" y="3766528"/>
                  </a:lnTo>
                  <a:lnTo>
                    <a:pt x="19050" y="3709378"/>
                  </a:lnTo>
                  <a:close/>
                </a:path>
                <a:path w="7181850" h="4514850">
                  <a:moveTo>
                    <a:pt x="19050" y="3614051"/>
                  </a:moveTo>
                  <a:lnTo>
                    <a:pt x="0" y="3614051"/>
                  </a:lnTo>
                  <a:lnTo>
                    <a:pt x="0" y="3671201"/>
                  </a:lnTo>
                  <a:lnTo>
                    <a:pt x="19050" y="3671201"/>
                  </a:lnTo>
                  <a:lnTo>
                    <a:pt x="19050" y="3614051"/>
                  </a:lnTo>
                  <a:close/>
                </a:path>
                <a:path w="7181850" h="4514850">
                  <a:moveTo>
                    <a:pt x="19050" y="3518725"/>
                  </a:moveTo>
                  <a:lnTo>
                    <a:pt x="0" y="3518725"/>
                  </a:lnTo>
                  <a:lnTo>
                    <a:pt x="0" y="3575875"/>
                  </a:lnTo>
                  <a:lnTo>
                    <a:pt x="19050" y="3575875"/>
                  </a:lnTo>
                  <a:lnTo>
                    <a:pt x="19050" y="3518725"/>
                  </a:lnTo>
                  <a:close/>
                </a:path>
                <a:path w="7181850" h="4514850">
                  <a:moveTo>
                    <a:pt x="19050" y="3423399"/>
                  </a:moveTo>
                  <a:lnTo>
                    <a:pt x="0" y="3423399"/>
                  </a:lnTo>
                  <a:lnTo>
                    <a:pt x="0" y="3480549"/>
                  </a:lnTo>
                  <a:lnTo>
                    <a:pt x="19050" y="3480549"/>
                  </a:lnTo>
                  <a:lnTo>
                    <a:pt x="19050" y="3423399"/>
                  </a:lnTo>
                  <a:close/>
                </a:path>
                <a:path w="7181850" h="4514850">
                  <a:moveTo>
                    <a:pt x="19050" y="3328060"/>
                  </a:moveTo>
                  <a:lnTo>
                    <a:pt x="0" y="3328060"/>
                  </a:lnTo>
                  <a:lnTo>
                    <a:pt x="0" y="3385210"/>
                  </a:lnTo>
                  <a:lnTo>
                    <a:pt x="19050" y="3385210"/>
                  </a:lnTo>
                  <a:lnTo>
                    <a:pt x="19050" y="3328060"/>
                  </a:lnTo>
                  <a:close/>
                </a:path>
                <a:path w="7181850" h="4514850">
                  <a:moveTo>
                    <a:pt x="19050" y="3232734"/>
                  </a:moveTo>
                  <a:lnTo>
                    <a:pt x="0" y="3232734"/>
                  </a:lnTo>
                  <a:lnTo>
                    <a:pt x="0" y="3289884"/>
                  </a:lnTo>
                  <a:lnTo>
                    <a:pt x="19050" y="3289884"/>
                  </a:lnTo>
                  <a:lnTo>
                    <a:pt x="19050" y="3232734"/>
                  </a:lnTo>
                  <a:close/>
                </a:path>
                <a:path w="7181850" h="4514850">
                  <a:moveTo>
                    <a:pt x="19050" y="3137408"/>
                  </a:moveTo>
                  <a:lnTo>
                    <a:pt x="0" y="3137408"/>
                  </a:lnTo>
                  <a:lnTo>
                    <a:pt x="0" y="3194558"/>
                  </a:lnTo>
                  <a:lnTo>
                    <a:pt x="19050" y="3194558"/>
                  </a:lnTo>
                  <a:lnTo>
                    <a:pt x="19050" y="3137408"/>
                  </a:lnTo>
                  <a:close/>
                </a:path>
                <a:path w="7181850" h="4514850">
                  <a:moveTo>
                    <a:pt x="19050" y="3042081"/>
                  </a:moveTo>
                  <a:lnTo>
                    <a:pt x="0" y="3042081"/>
                  </a:lnTo>
                  <a:lnTo>
                    <a:pt x="0" y="3099231"/>
                  </a:lnTo>
                  <a:lnTo>
                    <a:pt x="19050" y="3099231"/>
                  </a:lnTo>
                  <a:lnTo>
                    <a:pt x="19050" y="3042081"/>
                  </a:lnTo>
                  <a:close/>
                </a:path>
                <a:path w="7181850" h="4514850">
                  <a:moveTo>
                    <a:pt x="19050" y="2946755"/>
                  </a:moveTo>
                  <a:lnTo>
                    <a:pt x="0" y="2946755"/>
                  </a:lnTo>
                  <a:lnTo>
                    <a:pt x="0" y="3003905"/>
                  </a:lnTo>
                  <a:lnTo>
                    <a:pt x="19050" y="3003905"/>
                  </a:lnTo>
                  <a:lnTo>
                    <a:pt x="19050" y="2946755"/>
                  </a:lnTo>
                  <a:close/>
                </a:path>
                <a:path w="7181850" h="4514850">
                  <a:moveTo>
                    <a:pt x="19050" y="2851429"/>
                  </a:moveTo>
                  <a:lnTo>
                    <a:pt x="0" y="2851429"/>
                  </a:lnTo>
                  <a:lnTo>
                    <a:pt x="0" y="2908579"/>
                  </a:lnTo>
                  <a:lnTo>
                    <a:pt x="19050" y="2908579"/>
                  </a:lnTo>
                  <a:lnTo>
                    <a:pt x="19050" y="2851429"/>
                  </a:lnTo>
                  <a:close/>
                </a:path>
                <a:path w="7181850" h="4514850">
                  <a:moveTo>
                    <a:pt x="19050" y="2756090"/>
                  </a:moveTo>
                  <a:lnTo>
                    <a:pt x="0" y="2756090"/>
                  </a:lnTo>
                  <a:lnTo>
                    <a:pt x="0" y="2813240"/>
                  </a:lnTo>
                  <a:lnTo>
                    <a:pt x="19050" y="2813240"/>
                  </a:lnTo>
                  <a:lnTo>
                    <a:pt x="19050" y="2756090"/>
                  </a:lnTo>
                  <a:close/>
                </a:path>
                <a:path w="7181850" h="4514850">
                  <a:moveTo>
                    <a:pt x="19050" y="2660764"/>
                  </a:moveTo>
                  <a:lnTo>
                    <a:pt x="0" y="2660764"/>
                  </a:lnTo>
                  <a:lnTo>
                    <a:pt x="0" y="2717914"/>
                  </a:lnTo>
                  <a:lnTo>
                    <a:pt x="19050" y="2717914"/>
                  </a:lnTo>
                  <a:lnTo>
                    <a:pt x="19050" y="2660764"/>
                  </a:lnTo>
                  <a:close/>
                </a:path>
                <a:path w="7181850" h="4514850">
                  <a:moveTo>
                    <a:pt x="19050" y="2565438"/>
                  </a:moveTo>
                  <a:lnTo>
                    <a:pt x="0" y="2565438"/>
                  </a:lnTo>
                  <a:lnTo>
                    <a:pt x="0" y="2622588"/>
                  </a:lnTo>
                  <a:lnTo>
                    <a:pt x="19050" y="2622588"/>
                  </a:lnTo>
                  <a:lnTo>
                    <a:pt x="19050" y="2565438"/>
                  </a:lnTo>
                  <a:close/>
                </a:path>
                <a:path w="7181850" h="4514850">
                  <a:moveTo>
                    <a:pt x="19050" y="2470112"/>
                  </a:moveTo>
                  <a:lnTo>
                    <a:pt x="0" y="2470112"/>
                  </a:lnTo>
                  <a:lnTo>
                    <a:pt x="0" y="2527262"/>
                  </a:lnTo>
                  <a:lnTo>
                    <a:pt x="19050" y="2527262"/>
                  </a:lnTo>
                  <a:lnTo>
                    <a:pt x="19050" y="2470112"/>
                  </a:lnTo>
                  <a:close/>
                </a:path>
                <a:path w="7181850" h="4514850">
                  <a:moveTo>
                    <a:pt x="19050" y="2374785"/>
                  </a:moveTo>
                  <a:lnTo>
                    <a:pt x="0" y="2374785"/>
                  </a:lnTo>
                  <a:lnTo>
                    <a:pt x="0" y="2431935"/>
                  </a:lnTo>
                  <a:lnTo>
                    <a:pt x="19050" y="2431935"/>
                  </a:lnTo>
                  <a:lnTo>
                    <a:pt x="19050" y="2374785"/>
                  </a:lnTo>
                  <a:close/>
                </a:path>
                <a:path w="7181850" h="4514850">
                  <a:moveTo>
                    <a:pt x="19050" y="2279459"/>
                  </a:moveTo>
                  <a:lnTo>
                    <a:pt x="0" y="2279459"/>
                  </a:lnTo>
                  <a:lnTo>
                    <a:pt x="0" y="2336609"/>
                  </a:lnTo>
                  <a:lnTo>
                    <a:pt x="19050" y="2336609"/>
                  </a:lnTo>
                  <a:lnTo>
                    <a:pt x="19050" y="2279459"/>
                  </a:lnTo>
                  <a:close/>
                </a:path>
                <a:path w="7181850" h="4514850">
                  <a:moveTo>
                    <a:pt x="19050" y="2184120"/>
                  </a:moveTo>
                  <a:lnTo>
                    <a:pt x="0" y="2184120"/>
                  </a:lnTo>
                  <a:lnTo>
                    <a:pt x="0" y="2241270"/>
                  </a:lnTo>
                  <a:lnTo>
                    <a:pt x="19050" y="2241270"/>
                  </a:lnTo>
                  <a:lnTo>
                    <a:pt x="19050" y="2184120"/>
                  </a:lnTo>
                  <a:close/>
                </a:path>
                <a:path w="7181850" h="4514850">
                  <a:moveTo>
                    <a:pt x="19050" y="2088794"/>
                  </a:moveTo>
                  <a:lnTo>
                    <a:pt x="0" y="2088794"/>
                  </a:lnTo>
                  <a:lnTo>
                    <a:pt x="0" y="2145944"/>
                  </a:lnTo>
                  <a:lnTo>
                    <a:pt x="19050" y="2145944"/>
                  </a:lnTo>
                  <a:lnTo>
                    <a:pt x="19050" y="2088794"/>
                  </a:lnTo>
                  <a:close/>
                </a:path>
                <a:path w="7181850" h="4514850">
                  <a:moveTo>
                    <a:pt x="19050" y="1993468"/>
                  </a:moveTo>
                  <a:lnTo>
                    <a:pt x="0" y="1993468"/>
                  </a:lnTo>
                  <a:lnTo>
                    <a:pt x="0" y="2050618"/>
                  </a:lnTo>
                  <a:lnTo>
                    <a:pt x="19050" y="2050618"/>
                  </a:lnTo>
                  <a:lnTo>
                    <a:pt x="19050" y="1993468"/>
                  </a:lnTo>
                  <a:close/>
                </a:path>
                <a:path w="7181850" h="4514850">
                  <a:moveTo>
                    <a:pt x="19050" y="1898142"/>
                  </a:moveTo>
                  <a:lnTo>
                    <a:pt x="0" y="1898142"/>
                  </a:lnTo>
                  <a:lnTo>
                    <a:pt x="0" y="1955292"/>
                  </a:lnTo>
                  <a:lnTo>
                    <a:pt x="19050" y="1955292"/>
                  </a:lnTo>
                  <a:lnTo>
                    <a:pt x="19050" y="1898142"/>
                  </a:lnTo>
                  <a:close/>
                </a:path>
                <a:path w="7181850" h="4514850">
                  <a:moveTo>
                    <a:pt x="19050" y="1802815"/>
                  </a:moveTo>
                  <a:lnTo>
                    <a:pt x="0" y="1802815"/>
                  </a:lnTo>
                  <a:lnTo>
                    <a:pt x="0" y="1859965"/>
                  </a:lnTo>
                  <a:lnTo>
                    <a:pt x="19050" y="1859965"/>
                  </a:lnTo>
                  <a:lnTo>
                    <a:pt x="19050" y="1802815"/>
                  </a:lnTo>
                  <a:close/>
                </a:path>
                <a:path w="7181850" h="4514850">
                  <a:moveTo>
                    <a:pt x="19050" y="1707476"/>
                  </a:moveTo>
                  <a:lnTo>
                    <a:pt x="0" y="1707476"/>
                  </a:lnTo>
                  <a:lnTo>
                    <a:pt x="0" y="1764626"/>
                  </a:lnTo>
                  <a:lnTo>
                    <a:pt x="19050" y="1764626"/>
                  </a:lnTo>
                  <a:lnTo>
                    <a:pt x="19050" y="1707476"/>
                  </a:lnTo>
                  <a:close/>
                </a:path>
                <a:path w="7181850" h="4514850">
                  <a:moveTo>
                    <a:pt x="19050" y="1612150"/>
                  </a:moveTo>
                  <a:lnTo>
                    <a:pt x="0" y="1612150"/>
                  </a:lnTo>
                  <a:lnTo>
                    <a:pt x="0" y="1669300"/>
                  </a:lnTo>
                  <a:lnTo>
                    <a:pt x="19050" y="1669300"/>
                  </a:lnTo>
                  <a:lnTo>
                    <a:pt x="19050" y="1612150"/>
                  </a:lnTo>
                  <a:close/>
                </a:path>
                <a:path w="7181850" h="4514850">
                  <a:moveTo>
                    <a:pt x="19050" y="1516824"/>
                  </a:moveTo>
                  <a:lnTo>
                    <a:pt x="0" y="1516824"/>
                  </a:lnTo>
                  <a:lnTo>
                    <a:pt x="0" y="1573974"/>
                  </a:lnTo>
                  <a:lnTo>
                    <a:pt x="19050" y="1573974"/>
                  </a:lnTo>
                  <a:lnTo>
                    <a:pt x="19050" y="1516824"/>
                  </a:lnTo>
                  <a:close/>
                </a:path>
                <a:path w="7181850" h="4514850">
                  <a:moveTo>
                    <a:pt x="19050" y="1421498"/>
                  </a:moveTo>
                  <a:lnTo>
                    <a:pt x="0" y="1421498"/>
                  </a:lnTo>
                  <a:lnTo>
                    <a:pt x="0" y="1478648"/>
                  </a:lnTo>
                  <a:lnTo>
                    <a:pt x="19050" y="1478648"/>
                  </a:lnTo>
                  <a:lnTo>
                    <a:pt x="19050" y="1421498"/>
                  </a:lnTo>
                  <a:close/>
                </a:path>
                <a:path w="7181850" h="4514850">
                  <a:moveTo>
                    <a:pt x="19050" y="1326172"/>
                  </a:moveTo>
                  <a:lnTo>
                    <a:pt x="0" y="1326172"/>
                  </a:lnTo>
                  <a:lnTo>
                    <a:pt x="0" y="1383322"/>
                  </a:lnTo>
                  <a:lnTo>
                    <a:pt x="19050" y="1383322"/>
                  </a:lnTo>
                  <a:lnTo>
                    <a:pt x="19050" y="1326172"/>
                  </a:lnTo>
                  <a:close/>
                </a:path>
                <a:path w="7181850" h="4514850">
                  <a:moveTo>
                    <a:pt x="19050" y="1230845"/>
                  </a:moveTo>
                  <a:lnTo>
                    <a:pt x="0" y="1230845"/>
                  </a:lnTo>
                  <a:lnTo>
                    <a:pt x="0" y="1287995"/>
                  </a:lnTo>
                  <a:lnTo>
                    <a:pt x="19050" y="1287995"/>
                  </a:lnTo>
                  <a:lnTo>
                    <a:pt x="19050" y="1230845"/>
                  </a:lnTo>
                  <a:close/>
                </a:path>
                <a:path w="7181850" h="4514850">
                  <a:moveTo>
                    <a:pt x="19050" y="1135507"/>
                  </a:moveTo>
                  <a:lnTo>
                    <a:pt x="0" y="1135507"/>
                  </a:lnTo>
                  <a:lnTo>
                    <a:pt x="0" y="1192657"/>
                  </a:lnTo>
                  <a:lnTo>
                    <a:pt x="19050" y="1192657"/>
                  </a:lnTo>
                  <a:lnTo>
                    <a:pt x="19050" y="1135507"/>
                  </a:lnTo>
                  <a:close/>
                </a:path>
                <a:path w="7181850" h="4514850">
                  <a:moveTo>
                    <a:pt x="19050" y="1040180"/>
                  </a:moveTo>
                  <a:lnTo>
                    <a:pt x="0" y="1040180"/>
                  </a:lnTo>
                  <a:lnTo>
                    <a:pt x="0" y="1097330"/>
                  </a:lnTo>
                  <a:lnTo>
                    <a:pt x="19050" y="1097330"/>
                  </a:lnTo>
                  <a:lnTo>
                    <a:pt x="19050" y="1040180"/>
                  </a:lnTo>
                  <a:close/>
                </a:path>
                <a:path w="7181850" h="4514850">
                  <a:moveTo>
                    <a:pt x="19050" y="944854"/>
                  </a:moveTo>
                  <a:lnTo>
                    <a:pt x="0" y="944854"/>
                  </a:lnTo>
                  <a:lnTo>
                    <a:pt x="0" y="1002004"/>
                  </a:lnTo>
                  <a:lnTo>
                    <a:pt x="19050" y="1002004"/>
                  </a:lnTo>
                  <a:lnTo>
                    <a:pt x="19050" y="944854"/>
                  </a:lnTo>
                  <a:close/>
                </a:path>
                <a:path w="7181850" h="4514850">
                  <a:moveTo>
                    <a:pt x="19050" y="849528"/>
                  </a:moveTo>
                  <a:lnTo>
                    <a:pt x="0" y="849528"/>
                  </a:lnTo>
                  <a:lnTo>
                    <a:pt x="0" y="906678"/>
                  </a:lnTo>
                  <a:lnTo>
                    <a:pt x="19050" y="906678"/>
                  </a:lnTo>
                  <a:lnTo>
                    <a:pt x="19050" y="849528"/>
                  </a:lnTo>
                  <a:close/>
                </a:path>
                <a:path w="7181850" h="4514850">
                  <a:moveTo>
                    <a:pt x="19050" y="754202"/>
                  </a:moveTo>
                  <a:lnTo>
                    <a:pt x="0" y="754202"/>
                  </a:lnTo>
                  <a:lnTo>
                    <a:pt x="0" y="811352"/>
                  </a:lnTo>
                  <a:lnTo>
                    <a:pt x="19050" y="811352"/>
                  </a:lnTo>
                  <a:lnTo>
                    <a:pt x="19050" y="754202"/>
                  </a:lnTo>
                  <a:close/>
                </a:path>
                <a:path w="7181850" h="4514850">
                  <a:moveTo>
                    <a:pt x="19050" y="658876"/>
                  </a:moveTo>
                  <a:lnTo>
                    <a:pt x="0" y="658876"/>
                  </a:lnTo>
                  <a:lnTo>
                    <a:pt x="0" y="716026"/>
                  </a:lnTo>
                  <a:lnTo>
                    <a:pt x="19050" y="716026"/>
                  </a:lnTo>
                  <a:lnTo>
                    <a:pt x="19050" y="658876"/>
                  </a:lnTo>
                  <a:close/>
                </a:path>
                <a:path w="7181850" h="4514850">
                  <a:moveTo>
                    <a:pt x="19050" y="563537"/>
                  </a:moveTo>
                  <a:lnTo>
                    <a:pt x="0" y="563537"/>
                  </a:lnTo>
                  <a:lnTo>
                    <a:pt x="0" y="620687"/>
                  </a:lnTo>
                  <a:lnTo>
                    <a:pt x="19050" y="620687"/>
                  </a:lnTo>
                  <a:lnTo>
                    <a:pt x="19050" y="563537"/>
                  </a:lnTo>
                  <a:close/>
                </a:path>
                <a:path w="7181850" h="4514850">
                  <a:moveTo>
                    <a:pt x="19050" y="468210"/>
                  </a:moveTo>
                  <a:lnTo>
                    <a:pt x="0" y="468210"/>
                  </a:lnTo>
                  <a:lnTo>
                    <a:pt x="0" y="525360"/>
                  </a:lnTo>
                  <a:lnTo>
                    <a:pt x="19050" y="525360"/>
                  </a:lnTo>
                  <a:lnTo>
                    <a:pt x="19050" y="468210"/>
                  </a:lnTo>
                  <a:close/>
                </a:path>
                <a:path w="7181850" h="4514850">
                  <a:moveTo>
                    <a:pt x="19050" y="372884"/>
                  </a:moveTo>
                  <a:lnTo>
                    <a:pt x="0" y="372884"/>
                  </a:lnTo>
                  <a:lnTo>
                    <a:pt x="0" y="430034"/>
                  </a:lnTo>
                  <a:lnTo>
                    <a:pt x="19050" y="430034"/>
                  </a:lnTo>
                  <a:lnTo>
                    <a:pt x="19050" y="372884"/>
                  </a:lnTo>
                  <a:close/>
                </a:path>
                <a:path w="7181850" h="4514850">
                  <a:moveTo>
                    <a:pt x="19050" y="277558"/>
                  </a:moveTo>
                  <a:lnTo>
                    <a:pt x="0" y="277558"/>
                  </a:lnTo>
                  <a:lnTo>
                    <a:pt x="0" y="334708"/>
                  </a:lnTo>
                  <a:lnTo>
                    <a:pt x="19050" y="334708"/>
                  </a:lnTo>
                  <a:lnTo>
                    <a:pt x="19050" y="277558"/>
                  </a:lnTo>
                  <a:close/>
                </a:path>
                <a:path w="7181850" h="4514850">
                  <a:moveTo>
                    <a:pt x="19050" y="182232"/>
                  </a:moveTo>
                  <a:lnTo>
                    <a:pt x="0" y="182232"/>
                  </a:lnTo>
                  <a:lnTo>
                    <a:pt x="0" y="239382"/>
                  </a:lnTo>
                  <a:lnTo>
                    <a:pt x="19050" y="239382"/>
                  </a:lnTo>
                  <a:lnTo>
                    <a:pt x="19050" y="182232"/>
                  </a:lnTo>
                  <a:close/>
                </a:path>
                <a:path w="7181850" h="4514850">
                  <a:moveTo>
                    <a:pt x="21678" y="92506"/>
                  </a:moveTo>
                  <a:lnTo>
                    <a:pt x="3149" y="88150"/>
                  </a:lnTo>
                  <a:lnTo>
                    <a:pt x="2184" y="91998"/>
                  </a:lnTo>
                  <a:lnTo>
                    <a:pt x="2108" y="92506"/>
                  </a:lnTo>
                  <a:lnTo>
                    <a:pt x="546" y="103047"/>
                  </a:lnTo>
                  <a:lnTo>
                    <a:pt x="457" y="104927"/>
                  </a:lnTo>
                  <a:lnTo>
                    <a:pt x="0" y="114300"/>
                  </a:lnTo>
                  <a:lnTo>
                    <a:pt x="0" y="144056"/>
                  </a:lnTo>
                  <a:lnTo>
                    <a:pt x="19050" y="144056"/>
                  </a:lnTo>
                  <a:lnTo>
                    <a:pt x="19050" y="114300"/>
                  </a:lnTo>
                  <a:lnTo>
                    <a:pt x="19507" y="104927"/>
                  </a:lnTo>
                  <a:lnTo>
                    <a:pt x="20866" y="95719"/>
                  </a:lnTo>
                  <a:lnTo>
                    <a:pt x="21678" y="92506"/>
                  </a:lnTo>
                  <a:close/>
                </a:path>
                <a:path w="7181850" h="4514850">
                  <a:moveTo>
                    <a:pt x="22872" y="4427131"/>
                  </a:moveTo>
                  <a:lnTo>
                    <a:pt x="20866" y="4419143"/>
                  </a:lnTo>
                  <a:lnTo>
                    <a:pt x="19507" y="4409935"/>
                  </a:lnTo>
                  <a:lnTo>
                    <a:pt x="19050" y="4400550"/>
                  </a:lnTo>
                  <a:lnTo>
                    <a:pt x="19050" y="4376674"/>
                  </a:lnTo>
                  <a:lnTo>
                    <a:pt x="0" y="4376674"/>
                  </a:lnTo>
                  <a:lnTo>
                    <a:pt x="0" y="4400550"/>
                  </a:lnTo>
                  <a:lnTo>
                    <a:pt x="546" y="4411815"/>
                  </a:lnTo>
                  <a:lnTo>
                    <a:pt x="2184" y="4422864"/>
                  </a:lnTo>
                  <a:lnTo>
                    <a:pt x="4584" y="4432452"/>
                  </a:lnTo>
                  <a:lnTo>
                    <a:pt x="22872" y="4427131"/>
                  </a:lnTo>
                  <a:close/>
                </a:path>
                <a:path w="7181850" h="4514850">
                  <a:moveTo>
                    <a:pt x="72529" y="28816"/>
                  </a:moveTo>
                  <a:lnTo>
                    <a:pt x="64173" y="11722"/>
                  </a:lnTo>
                  <a:lnTo>
                    <a:pt x="60375" y="13512"/>
                  </a:lnTo>
                  <a:lnTo>
                    <a:pt x="50787" y="19253"/>
                  </a:lnTo>
                  <a:lnTo>
                    <a:pt x="19253" y="50787"/>
                  </a:lnTo>
                  <a:lnTo>
                    <a:pt x="18643" y="51803"/>
                  </a:lnTo>
                  <a:lnTo>
                    <a:pt x="34594" y="62217"/>
                  </a:lnTo>
                  <a:lnTo>
                    <a:pt x="35090" y="61379"/>
                  </a:lnTo>
                  <a:lnTo>
                    <a:pt x="40640" y="53911"/>
                  </a:lnTo>
                  <a:lnTo>
                    <a:pt x="46951" y="46951"/>
                  </a:lnTo>
                  <a:lnTo>
                    <a:pt x="53911" y="40640"/>
                  </a:lnTo>
                  <a:lnTo>
                    <a:pt x="61379" y="35090"/>
                  </a:lnTo>
                  <a:lnTo>
                    <a:pt x="69354" y="30314"/>
                  </a:lnTo>
                  <a:lnTo>
                    <a:pt x="72529" y="28816"/>
                  </a:lnTo>
                  <a:close/>
                </a:path>
                <a:path w="7181850" h="4514850">
                  <a:moveTo>
                    <a:pt x="77152" y="4488218"/>
                  </a:moveTo>
                  <a:lnTo>
                    <a:pt x="40640" y="4460951"/>
                  </a:lnTo>
                  <a:lnTo>
                    <a:pt x="37642" y="4456912"/>
                  </a:lnTo>
                  <a:lnTo>
                    <a:pt x="22301" y="4468177"/>
                  </a:lnTo>
                  <a:lnTo>
                    <a:pt x="50787" y="4495609"/>
                  </a:lnTo>
                  <a:lnTo>
                    <a:pt x="69723" y="4505757"/>
                  </a:lnTo>
                  <a:lnTo>
                    <a:pt x="77152" y="4488218"/>
                  </a:lnTo>
                  <a:close/>
                </a:path>
                <a:path w="7181850" h="4514850">
                  <a:moveTo>
                    <a:pt x="163271" y="4495800"/>
                  </a:moveTo>
                  <a:lnTo>
                    <a:pt x="114300" y="4495800"/>
                  </a:lnTo>
                  <a:lnTo>
                    <a:pt x="107937" y="4495495"/>
                  </a:lnTo>
                  <a:lnTo>
                    <a:pt x="107911" y="4495800"/>
                  </a:lnTo>
                  <a:lnTo>
                    <a:pt x="106654" y="4514481"/>
                  </a:lnTo>
                  <a:lnTo>
                    <a:pt x="114300" y="4514850"/>
                  </a:lnTo>
                  <a:lnTo>
                    <a:pt x="163271" y="4514850"/>
                  </a:lnTo>
                  <a:lnTo>
                    <a:pt x="163271" y="4495800"/>
                  </a:lnTo>
                  <a:close/>
                </a:path>
                <a:path w="7181850" h="4514850">
                  <a:moveTo>
                    <a:pt x="171450" y="0"/>
                  </a:moveTo>
                  <a:lnTo>
                    <a:pt x="114300" y="0"/>
                  </a:lnTo>
                  <a:lnTo>
                    <a:pt x="103047" y="546"/>
                  </a:lnTo>
                  <a:lnTo>
                    <a:pt x="101066" y="838"/>
                  </a:lnTo>
                  <a:lnTo>
                    <a:pt x="103276" y="19748"/>
                  </a:lnTo>
                  <a:lnTo>
                    <a:pt x="104927" y="19507"/>
                  </a:lnTo>
                  <a:lnTo>
                    <a:pt x="114300" y="19050"/>
                  </a:lnTo>
                  <a:lnTo>
                    <a:pt x="171450" y="19050"/>
                  </a:lnTo>
                  <a:lnTo>
                    <a:pt x="171450" y="0"/>
                  </a:lnTo>
                  <a:close/>
                </a:path>
                <a:path w="7181850" h="4514850">
                  <a:moveTo>
                    <a:pt x="258597" y="4495800"/>
                  </a:moveTo>
                  <a:lnTo>
                    <a:pt x="201447" y="4495800"/>
                  </a:lnTo>
                  <a:lnTo>
                    <a:pt x="201447" y="4514850"/>
                  </a:lnTo>
                  <a:lnTo>
                    <a:pt x="258597" y="4514850"/>
                  </a:lnTo>
                  <a:lnTo>
                    <a:pt x="258597" y="4495800"/>
                  </a:lnTo>
                  <a:close/>
                </a:path>
                <a:path w="7181850" h="4514850">
                  <a:moveTo>
                    <a:pt x="266788" y="0"/>
                  </a:moveTo>
                  <a:lnTo>
                    <a:pt x="209638" y="0"/>
                  </a:lnTo>
                  <a:lnTo>
                    <a:pt x="209638" y="19050"/>
                  </a:lnTo>
                  <a:lnTo>
                    <a:pt x="266788" y="19050"/>
                  </a:lnTo>
                  <a:lnTo>
                    <a:pt x="266788" y="0"/>
                  </a:lnTo>
                  <a:close/>
                </a:path>
                <a:path w="7181850" h="4514850">
                  <a:moveTo>
                    <a:pt x="353923" y="4495800"/>
                  </a:moveTo>
                  <a:lnTo>
                    <a:pt x="296773" y="4495800"/>
                  </a:lnTo>
                  <a:lnTo>
                    <a:pt x="296773" y="4514850"/>
                  </a:lnTo>
                  <a:lnTo>
                    <a:pt x="353923" y="4514850"/>
                  </a:lnTo>
                  <a:lnTo>
                    <a:pt x="353923" y="4495800"/>
                  </a:lnTo>
                  <a:close/>
                </a:path>
                <a:path w="7181850" h="4514850">
                  <a:moveTo>
                    <a:pt x="362115" y="0"/>
                  </a:moveTo>
                  <a:lnTo>
                    <a:pt x="304965" y="0"/>
                  </a:lnTo>
                  <a:lnTo>
                    <a:pt x="304965" y="19050"/>
                  </a:lnTo>
                  <a:lnTo>
                    <a:pt x="362115" y="19050"/>
                  </a:lnTo>
                  <a:lnTo>
                    <a:pt x="362115" y="0"/>
                  </a:lnTo>
                  <a:close/>
                </a:path>
                <a:path w="7181850" h="4514850">
                  <a:moveTo>
                    <a:pt x="449262" y="4495800"/>
                  </a:moveTo>
                  <a:lnTo>
                    <a:pt x="392112" y="4495800"/>
                  </a:lnTo>
                  <a:lnTo>
                    <a:pt x="392112" y="4514850"/>
                  </a:lnTo>
                  <a:lnTo>
                    <a:pt x="449262" y="4514850"/>
                  </a:lnTo>
                  <a:lnTo>
                    <a:pt x="449262" y="4495800"/>
                  </a:lnTo>
                  <a:close/>
                </a:path>
                <a:path w="7181850" h="4514850">
                  <a:moveTo>
                    <a:pt x="457441" y="0"/>
                  </a:moveTo>
                  <a:lnTo>
                    <a:pt x="400291" y="0"/>
                  </a:lnTo>
                  <a:lnTo>
                    <a:pt x="400291" y="19050"/>
                  </a:lnTo>
                  <a:lnTo>
                    <a:pt x="457441" y="19050"/>
                  </a:lnTo>
                  <a:lnTo>
                    <a:pt x="457441" y="0"/>
                  </a:lnTo>
                  <a:close/>
                </a:path>
                <a:path w="7181850" h="4514850">
                  <a:moveTo>
                    <a:pt x="544588" y="4495800"/>
                  </a:moveTo>
                  <a:lnTo>
                    <a:pt x="487438" y="4495800"/>
                  </a:lnTo>
                  <a:lnTo>
                    <a:pt x="487438" y="4514850"/>
                  </a:lnTo>
                  <a:lnTo>
                    <a:pt x="544588" y="4514850"/>
                  </a:lnTo>
                  <a:lnTo>
                    <a:pt x="544588" y="4495800"/>
                  </a:lnTo>
                  <a:close/>
                </a:path>
                <a:path w="7181850" h="4514850">
                  <a:moveTo>
                    <a:pt x="552767" y="0"/>
                  </a:moveTo>
                  <a:lnTo>
                    <a:pt x="495617" y="0"/>
                  </a:lnTo>
                  <a:lnTo>
                    <a:pt x="495617" y="19050"/>
                  </a:lnTo>
                  <a:lnTo>
                    <a:pt x="552767" y="19050"/>
                  </a:lnTo>
                  <a:lnTo>
                    <a:pt x="552767" y="0"/>
                  </a:lnTo>
                  <a:close/>
                </a:path>
                <a:path w="7181850" h="4514850">
                  <a:moveTo>
                    <a:pt x="639914" y="4495800"/>
                  </a:moveTo>
                  <a:lnTo>
                    <a:pt x="582764" y="4495800"/>
                  </a:lnTo>
                  <a:lnTo>
                    <a:pt x="582764" y="4514850"/>
                  </a:lnTo>
                  <a:lnTo>
                    <a:pt x="639914" y="4514850"/>
                  </a:lnTo>
                  <a:lnTo>
                    <a:pt x="639914" y="4495800"/>
                  </a:lnTo>
                  <a:close/>
                </a:path>
                <a:path w="7181850" h="4514850">
                  <a:moveTo>
                    <a:pt x="648093" y="0"/>
                  </a:moveTo>
                  <a:lnTo>
                    <a:pt x="590943" y="0"/>
                  </a:lnTo>
                  <a:lnTo>
                    <a:pt x="590943" y="19050"/>
                  </a:lnTo>
                  <a:lnTo>
                    <a:pt x="648093" y="19050"/>
                  </a:lnTo>
                  <a:lnTo>
                    <a:pt x="648093" y="0"/>
                  </a:lnTo>
                  <a:close/>
                </a:path>
                <a:path w="7181850" h="4514850">
                  <a:moveTo>
                    <a:pt x="735241" y="4495800"/>
                  </a:moveTo>
                  <a:lnTo>
                    <a:pt x="678091" y="4495800"/>
                  </a:lnTo>
                  <a:lnTo>
                    <a:pt x="678091" y="4514850"/>
                  </a:lnTo>
                  <a:lnTo>
                    <a:pt x="735241" y="4514850"/>
                  </a:lnTo>
                  <a:lnTo>
                    <a:pt x="735241" y="4495800"/>
                  </a:lnTo>
                  <a:close/>
                </a:path>
                <a:path w="7181850" h="4514850">
                  <a:moveTo>
                    <a:pt x="743432" y="0"/>
                  </a:moveTo>
                  <a:lnTo>
                    <a:pt x="686282" y="0"/>
                  </a:lnTo>
                  <a:lnTo>
                    <a:pt x="686282" y="19050"/>
                  </a:lnTo>
                  <a:lnTo>
                    <a:pt x="743432" y="19050"/>
                  </a:lnTo>
                  <a:lnTo>
                    <a:pt x="743432" y="0"/>
                  </a:lnTo>
                  <a:close/>
                </a:path>
                <a:path w="7181850" h="4514850">
                  <a:moveTo>
                    <a:pt x="830567" y="4495800"/>
                  </a:moveTo>
                  <a:lnTo>
                    <a:pt x="773417" y="4495800"/>
                  </a:lnTo>
                  <a:lnTo>
                    <a:pt x="773417" y="4514850"/>
                  </a:lnTo>
                  <a:lnTo>
                    <a:pt x="830567" y="4514850"/>
                  </a:lnTo>
                  <a:lnTo>
                    <a:pt x="830567" y="4495800"/>
                  </a:lnTo>
                  <a:close/>
                </a:path>
                <a:path w="7181850" h="4514850">
                  <a:moveTo>
                    <a:pt x="838758" y="0"/>
                  </a:moveTo>
                  <a:lnTo>
                    <a:pt x="781608" y="0"/>
                  </a:lnTo>
                  <a:lnTo>
                    <a:pt x="781608" y="19050"/>
                  </a:lnTo>
                  <a:lnTo>
                    <a:pt x="838758" y="19050"/>
                  </a:lnTo>
                  <a:lnTo>
                    <a:pt x="838758" y="0"/>
                  </a:lnTo>
                  <a:close/>
                </a:path>
                <a:path w="7181850" h="4514850">
                  <a:moveTo>
                    <a:pt x="925893" y="4495800"/>
                  </a:moveTo>
                  <a:lnTo>
                    <a:pt x="868743" y="4495800"/>
                  </a:lnTo>
                  <a:lnTo>
                    <a:pt x="868743" y="4514850"/>
                  </a:lnTo>
                  <a:lnTo>
                    <a:pt x="925893" y="4514850"/>
                  </a:lnTo>
                  <a:lnTo>
                    <a:pt x="925893" y="4495800"/>
                  </a:lnTo>
                  <a:close/>
                </a:path>
                <a:path w="7181850" h="4514850">
                  <a:moveTo>
                    <a:pt x="934085" y="0"/>
                  </a:moveTo>
                  <a:lnTo>
                    <a:pt x="876935" y="0"/>
                  </a:lnTo>
                  <a:lnTo>
                    <a:pt x="876935" y="19050"/>
                  </a:lnTo>
                  <a:lnTo>
                    <a:pt x="934085" y="19050"/>
                  </a:lnTo>
                  <a:lnTo>
                    <a:pt x="934085" y="0"/>
                  </a:lnTo>
                  <a:close/>
                </a:path>
                <a:path w="7181850" h="4514850">
                  <a:moveTo>
                    <a:pt x="1021232" y="4495800"/>
                  </a:moveTo>
                  <a:lnTo>
                    <a:pt x="964082" y="4495800"/>
                  </a:lnTo>
                  <a:lnTo>
                    <a:pt x="964082" y="4514850"/>
                  </a:lnTo>
                  <a:lnTo>
                    <a:pt x="1021232" y="4514850"/>
                  </a:lnTo>
                  <a:lnTo>
                    <a:pt x="1021232" y="4495800"/>
                  </a:lnTo>
                  <a:close/>
                </a:path>
                <a:path w="7181850" h="4514850">
                  <a:moveTo>
                    <a:pt x="1029411" y="0"/>
                  </a:moveTo>
                  <a:lnTo>
                    <a:pt x="972261" y="0"/>
                  </a:lnTo>
                  <a:lnTo>
                    <a:pt x="972261" y="19050"/>
                  </a:lnTo>
                  <a:lnTo>
                    <a:pt x="1029411" y="19050"/>
                  </a:lnTo>
                  <a:lnTo>
                    <a:pt x="1029411" y="0"/>
                  </a:lnTo>
                  <a:close/>
                </a:path>
                <a:path w="7181850" h="4514850">
                  <a:moveTo>
                    <a:pt x="1116558" y="4495800"/>
                  </a:moveTo>
                  <a:lnTo>
                    <a:pt x="1059408" y="4495800"/>
                  </a:lnTo>
                  <a:lnTo>
                    <a:pt x="1059408" y="4514850"/>
                  </a:lnTo>
                  <a:lnTo>
                    <a:pt x="1116558" y="4514850"/>
                  </a:lnTo>
                  <a:lnTo>
                    <a:pt x="1116558" y="4495800"/>
                  </a:lnTo>
                  <a:close/>
                </a:path>
                <a:path w="7181850" h="4514850">
                  <a:moveTo>
                    <a:pt x="1124737" y="0"/>
                  </a:moveTo>
                  <a:lnTo>
                    <a:pt x="1067587" y="0"/>
                  </a:lnTo>
                  <a:lnTo>
                    <a:pt x="1067587" y="19050"/>
                  </a:lnTo>
                  <a:lnTo>
                    <a:pt x="1124737" y="19050"/>
                  </a:lnTo>
                  <a:lnTo>
                    <a:pt x="1124737" y="0"/>
                  </a:lnTo>
                  <a:close/>
                </a:path>
                <a:path w="7181850" h="4514850">
                  <a:moveTo>
                    <a:pt x="1211884" y="4495800"/>
                  </a:moveTo>
                  <a:lnTo>
                    <a:pt x="1154734" y="4495800"/>
                  </a:lnTo>
                  <a:lnTo>
                    <a:pt x="1154734" y="4514850"/>
                  </a:lnTo>
                  <a:lnTo>
                    <a:pt x="1211884" y="4514850"/>
                  </a:lnTo>
                  <a:lnTo>
                    <a:pt x="1211884" y="4495800"/>
                  </a:lnTo>
                  <a:close/>
                </a:path>
                <a:path w="7181850" h="4514850">
                  <a:moveTo>
                    <a:pt x="1220063" y="0"/>
                  </a:moveTo>
                  <a:lnTo>
                    <a:pt x="1162913" y="0"/>
                  </a:lnTo>
                  <a:lnTo>
                    <a:pt x="1162913" y="19050"/>
                  </a:lnTo>
                  <a:lnTo>
                    <a:pt x="1220063" y="19050"/>
                  </a:lnTo>
                  <a:lnTo>
                    <a:pt x="1220063" y="0"/>
                  </a:lnTo>
                  <a:close/>
                </a:path>
                <a:path w="7181850" h="4514850">
                  <a:moveTo>
                    <a:pt x="1307211" y="4495800"/>
                  </a:moveTo>
                  <a:lnTo>
                    <a:pt x="1250061" y="4495800"/>
                  </a:lnTo>
                  <a:lnTo>
                    <a:pt x="1250061" y="4514850"/>
                  </a:lnTo>
                  <a:lnTo>
                    <a:pt x="1307211" y="4514850"/>
                  </a:lnTo>
                  <a:lnTo>
                    <a:pt x="1307211" y="4495800"/>
                  </a:lnTo>
                  <a:close/>
                </a:path>
                <a:path w="7181850" h="4514850">
                  <a:moveTo>
                    <a:pt x="1315402" y="0"/>
                  </a:moveTo>
                  <a:lnTo>
                    <a:pt x="1258252" y="0"/>
                  </a:lnTo>
                  <a:lnTo>
                    <a:pt x="1258252" y="19050"/>
                  </a:lnTo>
                  <a:lnTo>
                    <a:pt x="1315402" y="19050"/>
                  </a:lnTo>
                  <a:lnTo>
                    <a:pt x="1315402" y="0"/>
                  </a:lnTo>
                  <a:close/>
                </a:path>
                <a:path w="7181850" h="4514850">
                  <a:moveTo>
                    <a:pt x="1402537" y="4495800"/>
                  </a:moveTo>
                  <a:lnTo>
                    <a:pt x="1345387" y="4495800"/>
                  </a:lnTo>
                  <a:lnTo>
                    <a:pt x="1345387" y="4514850"/>
                  </a:lnTo>
                  <a:lnTo>
                    <a:pt x="1402537" y="4514850"/>
                  </a:lnTo>
                  <a:lnTo>
                    <a:pt x="1402537" y="4495800"/>
                  </a:lnTo>
                  <a:close/>
                </a:path>
                <a:path w="7181850" h="4514850">
                  <a:moveTo>
                    <a:pt x="1410728" y="0"/>
                  </a:moveTo>
                  <a:lnTo>
                    <a:pt x="1353578" y="0"/>
                  </a:lnTo>
                  <a:lnTo>
                    <a:pt x="1353578" y="19050"/>
                  </a:lnTo>
                  <a:lnTo>
                    <a:pt x="1410728" y="19050"/>
                  </a:lnTo>
                  <a:lnTo>
                    <a:pt x="1410728" y="0"/>
                  </a:lnTo>
                  <a:close/>
                </a:path>
                <a:path w="7181850" h="4514850">
                  <a:moveTo>
                    <a:pt x="1497863" y="4495800"/>
                  </a:moveTo>
                  <a:lnTo>
                    <a:pt x="1440713" y="4495800"/>
                  </a:lnTo>
                  <a:lnTo>
                    <a:pt x="1440713" y="4514850"/>
                  </a:lnTo>
                  <a:lnTo>
                    <a:pt x="1497863" y="4514850"/>
                  </a:lnTo>
                  <a:lnTo>
                    <a:pt x="1497863" y="4495800"/>
                  </a:lnTo>
                  <a:close/>
                </a:path>
                <a:path w="7181850" h="4514850">
                  <a:moveTo>
                    <a:pt x="1506054" y="0"/>
                  </a:moveTo>
                  <a:lnTo>
                    <a:pt x="1448904" y="0"/>
                  </a:lnTo>
                  <a:lnTo>
                    <a:pt x="1448904" y="19050"/>
                  </a:lnTo>
                  <a:lnTo>
                    <a:pt x="1506054" y="19050"/>
                  </a:lnTo>
                  <a:lnTo>
                    <a:pt x="1506054" y="0"/>
                  </a:lnTo>
                  <a:close/>
                </a:path>
                <a:path w="7181850" h="4514850">
                  <a:moveTo>
                    <a:pt x="1593202" y="4495800"/>
                  </a:moveTo>
                  <a:lnTo>
                    <a:pt x="1536052" y="4495800"/>
                  </a:lnTo>
                  <a:lnTo>
                    <a:pt x="1536052" y="4514850"/>
                  </a:lnTo>
                  <a:lnTo>
                    <a:pt x="1593202" y="4514850"/>
                  </a:lnTo>
                  <a:lnTo>
                    <a:pt x="1593202" y="4495800"/>
                  </a:lnTo>
                  <a:close/>
                </a:path>
                <a:path w="7181850" h="4514850">
                  <a:moveTo>
                    <a:pt x="1601381" y="0"/>
                  </a:moveTo>
                  <a:lnTo>
                    <a:pt x="1544231" y="0"/>
                  </a:lnTo>
                  <a:lnTo>
                    <a:pt x="1544231" y="19050"/>
                  </a:lnTo>
                  <a:lnTo>
                    <a:pt x="1601381" y="19050"/>
                  </a:lnTo>
                  <a:lnTo>
                    <a:pt x="1601381" y="0"/>
                  </a:lnTo>
                  <a:close/>
                </a:path>
                <a:path w="7181850" h="4514850">
                  <a:moveTo>
                    <a:pt x="1688528" y="4495800"/>
                  </a:moveTo>
                  <a:lnTo>
                    <a:pt x="1631378" y="4495800"/>
                  </a:lnTo>
                  <a:lnTo>
                    <a:pt x="1631378" y="4514850"/>
                  </a:lnTo>
                  <a:lnTo>
                    <a:pt x="1688528" y="4514850"/>
                  </a:lnTo>
                  <a:lnTo>
                    <a:pt x="1688528" y="4495800"/>
                  </a:lnTo>
                  <a:close/>
                </a:path>
                <a:path w="7181850" h="4514850">
                  <a:moveTo>
                    <a:pt x="1696707" y="0"/>
                  </a:moveTo>
                  <a:lnTo>
                    <a:pt x="1639557" y="0"/>
                  </a:lnTo>
                  <a:lnTo>
                    <a:pt x="1639557" y="19050"/>
                  </a:lnTo>
                  <a:lnTo>
                    <a:pt x="1696707" y="19050"/>
                  </a:lnTo>
                  <a:lnTo>
                    <a:pt x="1696707" y="0"/>
                  </a:lnTo>
                  <a:close/>
                </a:path>
                <a:path w="7181850" h="4514850">
                  <a:moveTo>
                    <a:pt x="1783854" y="4495800"/>
                  </a:moveTo>
                  <a:lnTo>
                    <a:pt x="1726704" y="4495800"/>
                  </a:lnTo>
                  <a:lnTo>
                    <a:pt x="1726704" y="4514850"/>
                  </a:lnTo>
                  <a:lnTo>
                    <a:pt x="1783854" y="4514850"/>
                  </a:lnTo>
                  <a:lnTo>
                    <a:pt x="1783854" y="4495800"/>
                  </a:lnTo>
                  <a:close/>
                </a:path>
                <a:path w="7181850" h="4514850">
                  <a:moveTo>
                    <a:pt x="1792033" y="0"/>
                  </a:moveTo>
                  <a:lnTo>
                    <a:pt x="1734883" y="0"/>
                  </a:lnTo>
                  <a:lnTo>
                    <a:pt x="1734883" y="19050"/>
                  </a:lnTo>
                  <a:lnTo>
                    <a:pt x="1792033" y="19050"/>
                  </a:lnTo>
                  <a:lnTo>
                    <a:pt x="1792033" y="0"/>
                  </a:lnTo>
                  <a:close/>
                </a:path>
                <a:path w="7181850" h="4514850">
                  <a:moveTo>
                    <a:pt x="1879180" y="4495800"/>
                  </a:moveTo>
                  <a:lnTo>
                    <a:pt x="1822030" y="4495800"/>
                  </a:lnTo>
                  <a:lnTo>
                    <a:pt x="1822030" y="4514850"/>
                  </a:lnTo>
                  <a:lnTo>
                    <a:pt x="1879180" y="4514850"/>
                  </a:lnTo>
                  <a:lnTo>
                    <a:pt x="1879180" y="4495800"/>
                  </a:lnTo>
                  <a:close/>
                </a:path>
                <a:path w="7181850" h="4514850">
                  <a:moveTo>
                    <a:pt x="1887372" y="0"/>
                  </a:moveTo>
                  <a:lnTo>
                    <a:pt x="1830222" y="0"/>
                  </a:lnTo>
                  <a:lnTo>
                    <a:pt x="1830222" y="19050"/>
                  </a:lnTo>
                  <a:lnTo>
                    <a:pt x="1887372" y="19050"/>
                  </a:lnTo>
                  <a:lnTo>
                    <a:pt x="1887372" y="0"/>
                  </a:lnTo>
                  <a:close/>
                </a:path>
                <a:path w="7181850" h="4514850">
                  <a:moveTo>
                    <a:pt x="1974507" y="4495800"/>
                  </a:moveTo>
                  <a:lnTo>
                    <a:pt x="1917357" y="4495800"/>
                  </a:lnTo>
                  <a:lnTo>
                    <a:pt x="1917357" y="4514850"/>
                  </a:lnTo>
                  <a:lnTo>
                    <a:pt x="1974507" y="4514850"/>
                  </a:lnTo>
                  <a:lnTo>
                    <a:pt x="1974507" y="4495800"/>
                  </a:lnTo>
                  <a:close/>
                </a:path>
                <a:path w="7181850" h="4514850">
                  <a:moveTo>
                    <a:pt x="1982698" y="0"/>
                  </a:moveTo>
                  <a:lnTo>
                    <a:pt x="1925548" y="0"/>
                  </a:lnTo>
                  <a:lnTo>
                    <a:pt x="1925548" y="19050"/>
                  </a:lnTo>
                  <a:lnTo>
                    <a:pt x="1982698" y="19050"/>
                  </a:lnTo>
                  <a:lnTo>
                    <a:pt x="1982698" y="0"/>
                  </a:lnTo>
                  <a:close/>
                </a:path>
                <a:path w="7181850" h="4514850">
                  <a:moveTo>
                    <a:pt x="2069846" y="4495800"/>
                  </a:moveTo>
                  <a:lnTo>
                    <a:pt x="2012696" y="4495800"/>
                  </a:lnTo>
                  <a:lnTo>
                    <a:pt x="2012696" y="4514850"/>
                  </a:lnTo>
                  <a:lnTo>
                    <a:pt x="2069846" y="4514850"/>
                  </a:lnTo>
                  <a:lnTo>
                    <a:pt x="2069846" y="4495800"/>
                  </a:lnTo>
                  <a:close/>
                </a:path>
                <a:path w="7181850" h="4514850">
                  <a:moveTo>
                    <a:pt x="2078024" y="0"/>
                  </a:moveTo>
                  <a:lnTo>
                    <a:pt x="2020874" y="0"/>
                  </a:lnTo>
                  <a:lnTo>
                    <a:pt x="2020874" y="19050"/>
                  </a:lnTo>
                  <a:lnTo>
                    <a:pt x="2078024" y="19050"/>
                  </a:lnTo>
                  <a:lnTo>
                    <a:pt x="2078024" y="0"/>
                  </a:lnTo>
                  <a:close/>
                </a:path>
                <a:path w="7181850" h="4514850">
                  <a:moveTo>
                    <a:pt x="2165172" y="4495800"/>
                  </a:moveTo>
                  <a:lnTo>
                    <a:pt x="2108022" y="4495800"/>
                  </a:lnTo>
                  <a:lnTo>
                    <a:pt x="2108022" y="4514850"/>
                  </a:lnTo>
                  <a:lnTo>
                    <a:pt x="2165172" y="4514850"/>
                  </a:lnTo>
                  <a:lnTo>
                    <a:pt x="2165172" y="4495800"/>
                  </a:lnTo>
                  <a:close/>
                </a:path>
                <a:path w="7181850" h="4514850">
                  <a:moveTo>
                    <a:pt x="2173351" y="0"/>
                  </a:moveTo>
                  <a:lnTo>
                    <a:pt x="2116201" y="0"/>
                  </a:lnTo>
                  <a:lnTo>
                    <a:pt x="2116201" y="19050"/>
                  </a:lnTo>
                  <a:lnTo>
                    <a:pt x="2173351" y="19050"/>
                  </a:lnTo>
                  <a:lnTo>
                    <a:pt x="2173351" y="0"/>
                  </a:lnTo>
                  <a:close/>
                </a:path>
                <a:path w="7181850" h="4514850">
                  <a:moveTo>
                    <a:pt x="2260498" y="4495800"/>
                  </a:moveTo>
                  <a:lnTo>
                    <a:pt x="2203348" y="4495800"/>
                  </a:lnTo>
                  <a:lnTo>
                    <a:pt x="2203348" y="4514850"/>
                  </a:lnTo>
                  <a:lnTo>
                    <a:pt x="2260498" y="4514850"/>
                  </a:lnTo>
                  <a:lnTo>
                    <a:pt x="2260498" y="4495800"/>
                  </a:lnTo>
                  <a:close/>
                </a:path>
                <a:path w="7181850" h="4514850">
                  <a:moveTo>
                    <a:pt x="2268677" y="0"/>
                  </a:moveTo>
                  <a:lnTo>
                    <a:pt x="2211527" y="0"/>
                  </a:lnTo>
                  <a:lnTo>
                    <a:pt x="2211527" y="19050"/>
                  </a:lnTo>
                  <a:lnTo>
                    <a:pt x="2268677" y="19050"/>
                  </a:lnTo>
                  <a:lnTo>
                    <a:pt x="2268677" y="0"/>
                  </a:lnTo>
                  <a:close/>
                </a:path>
                <a:path w="7181850" h="4514850">
                  <a:moveTo>
                    <a:pt x="2355824" y="4495800"/>
                  </a:moveTo>
                  <a:lnTo>
                    <a:pt x="2298674" y="4495800"/>
                  </a:lnTo>
                  <a:lnTo>
                    <a:pt x="2298674" y="4514850"/>
                  </a:lnTo>
                  <a:lnTo>
                    <a:pt x="2355824" y="4514850"/>
                  </a:lnTo>
                  <a:lnTo>
                    <a:pt x="2355824" y="4495800"/>
                  </a:lnTo>
                  <a:close/>
                </a:path>
                <a:path w="7181850" h="4514850">
                  <a:moveTo>
                    <a:pt x="2364003" y="0"/>
                  </a:moveTo>
                  <a:lnTo>
                    <a:pt x="2306853" y="0"/>
                  </a:lnTo>
                  <a:lnTo>
                    <a:pt x="2306853" y="19050"/>
                  </a:lnTo>
                  <a:lnTo>
                    <a:pt x="2364003" y="19050"/>
                  </a:lnTo>
                  <a:lnTo>
                    <a:pt x="2364003" y="0"/>
                  </a:lnTo>
                  <a:close/>
                </a:path>
                <a:path w="7181850" h="4514850">
                  <a:moveTo>
                    <a:pt x="2451150" y="4495800"/>
                  </a:moveTo>
                  <a:lnTo>
                    <a:pt x="2394000" y="4495800"/>
                  </a:lnTo>
                  <a:lnTo>
                    <a:pt x="2394000" y="4514850"/>
                  </a:lnTo>
                  <a:lnTo>
                    <a:pt x="2451150" y="4514850"/>
                  </a:lnTo>
                  <a:lnTo>
                    <a:pt x="2451150" y="4495800"/>
                  </a:lnTo>
                  <a:close/>
                </a:path>
                <a:path w="7181850" h="4514850">
                  <a:moveTo>
                    <a:pt x="2459342" y="0"/>
                  </a:moveTo>
                  <a:lnTo>
                    <a:pt x="2402192" y="0"/>
                  </a:lnTo>
                  <a:lnTo>
                    <a:pt x="2402192" y="19050"/>
                  </a:lnTo>
                  <a:lnTo>
                    <a:pt x="2459342" y="19050"/>
                  </a:lnTo>
                  <a:lnTo>
                    <a:pt x="2459342" y="0"/>
                  </a:lnTo>
                  <a:close/>
                </a:path>
                <a:path w="7181850" h="4514850">
                  <a:moveTo>
                    <a:pt x="2546477" y="4495800"/>
                  </a:moveTo>
                  <a:lnTo>
                    <a:pt x="2489327" y="4495800"/>
                  </a:lnTo>
                  <a:lnTo>
                    <a:pt x="2489327" y="4514850"/>
                  </a:lnTo>
                  <a:lnTo>
                    <a:pt x="2546477" y="4514850"/>
                  </a:lnTo>
                  <a:lnTo>
                    <a:pt x="2546477" y="4495800"/>
                  </a:lnTo>
                  <a:close/>
                </a:path>
                <a:path w="7181850" h="4514850">
                  <a:moveTo>
                    <a:pt x="2554668" y="0"/>
                  </a:moveTo>
                  <a:lnTo>
                    <a:pt x="2497518" y="0"/>
                  </a:lnTo>
                  <a:lnTo>
                    <a:pt x="2497518" y="19050"/>
                  </a:lnTo>
                  <a:lnTo>
                    <a:pt x="2554668" y="19050"/>
                  </a:lnTo>
                  <a:lnTo>
                    <a:pt x="2554668" y="0"/>
                  </a:lnTo>
                  <a:close/>
                </a:path>
                <a:path w="7181850" h="4514850">
                  <a:moveTo>
                    <a:pt x="2641816" y="4495800"/>
                  </a:moveTo>
                  <a:lnTo>
                    <a:pt x="2584666" y="4495800"/>
                  </a:lnTo>
                  <a:lnTo>
                    <a:pt x="2584666" y="4514850"/>
                  </a:lnTo>
                  <a:lnTo>
                    <a:pt x="2641816" y="4514850"/>
                  </a:lnTo>
                  <a:lnTo>
                    <a:pt x="2641816" y="4495800"/>
                  </a:lnTo>
                  <a:close/>
                </a:path>
                <a:path w="7181850" h="4514850">
                  <a:moveTo>
                    <a:pt x="2649994" y="0"/>
                  </a:moveTo>
                  <a:lnTo>
                    <a:pt x="2592844" y="0"/>
                  </a:lnTo>
                  <a:lnTo>
                    <a:pt x="2592844" y="19050"/>
                  </a:lnTo>
                  <a:lnTo>
                    <a:pt x="2649994" y="19050"/>
                  </a:lnTo>
                  <a:lnTo>
                    <a:pt x="2649994" y="0"/>
                  </a:lnTo>
                  <a:close/>
                </a:path>
                <a:path w="7181850" h="4514850">
                  <a:moveTo>
                    <a:pt x="2737142" y="4495800"/>
                  </a:moveTo>
                  <a:lnTo>
                    <a:pt x="2679992" y="4495800"/>
                  </a:lnTo>
                  <a:lnTo>
                    <a:pt x="2679992" y="4514850"/>
                  </a:lnTo>
                  <a:lnTo>
                    <a:pt x="2737142" y="4514850"/>
                  </a:lnTo>
                  <a:lnTo>
                    <a:pt x="2737142" y="4495800"/>
                  </a:lnTo>
                  <a:close/>
                </a:path>
                <a:path w="7181850" h="4514850">
                  <a:moveTo>
                    <a:pt x="2745321" y="0"/>
                  </a:moveTo>
                  <a:lnTo>
                    <a:pt x="2688171" y="0"/>
                  </a:lnTo>
                  <a:lnTo>
                    <a:pt x="2688171" y="19050"/>
                  </a:lnTo>
                  <a:lnTo>
                    <a:pt x="2745321" y="19050"/>
                  </a:lnTo>
                  <a:lnTo>
                    <a:pt x="2745321" y="0"/>
                  </a:lnTo>
                  <a:close/>
                </a:path>
                <a:path w="7181850" h="4514850">
                  <a:moveTo>
                    <a:pt x="2832468" y="4495800"/>
                  </a:moveTo>
                  <a:lnTo>
                    <a:pt x="2775318" y="4495800"/>
                  </a:lnTo>
                  <a:lnTo>
                    <a:pt x="2775318" y="4514850"/>
                  </a:lnTo>
                  <a:lnTo>
                    <a:pt x="2832468" y="4514850"/>
                  </a:lnTo>
                  <a:lnTo>
                    <a:pt x="2832468" y="4495800"/>
                  </a:lnTo>
                  <a:close/>
                </a:path>
                <a:path w="7181850" h="4514850">
                  <a:moveTo>
                    <a:pt x="2840647" y="0"/>
                  </a:moveTo>
                  <a:lnTo>
                    <a:pt x="2783497" y="0"/>
                  </a:lnTo>
                  <a:lnTo>
                    <a:pt x="2783497" y="19050"/>
                  </a:lnTo>
                  <a:lnTo>
                    <a:pt x="2840647" y="19050"/>
                  </a:lnTo>
                  <a:lnTo>
                    <a:pt x="2840647" y="0"/>
                  </a:lnTo>
                  <a:close/>
                </a:path>
                <a:path w="7181850" h="4514850">
                  <a:moveTo>
                    <a:pt x="2927794" y="4495800"/>
                  </a:moveTo>
                  <a:lnTo>
                    <a:pt x="2870644" y="4495800"/>
                  </a:lnTo>
                  <a:lnTo>
                    <a:pt x="2870644" y="4514850"/>
                  </a:lnTo>
                  <a:lnTo>
                    <a:pt x="2927794" y="4514850"/>
                  </a:lnTo>
                  <a:lnTo>
                    <a:pt x="2927794" y="4495800"/>
                  </a:lnTo>
                  <a:close/>
                </a:path>
                <a:path w="7181850" h="4514850">
                  <a:moveTo>
                    <a:pt x="2935973" y="0"/>
                  </a:moveTo>
                  <a:lnTo>
                    <a:pt x="2878823" y="0"/>
                  </a:lnTo>
                  <a:lnTo>
                    <a:pt x="2878823" y="19050"/>
                  </a:lnTo>
                  <a:lnTo>
                    <a:pt x="2935973" y="19050"/>
                  </a:lnTo>
                  <a:lnTo>
                    <a:pt x="2935973" y="0"/>
                  </a:lnTo>
                  <a:close/>
                </a:path>
                <a:path w="7181850" h="4514850">
                  <a:moveTo>
                    <a:pt x="3023120" y="4495800"/>
                  </a:moveTo>
                  <a:lnTo>
                    <a:pt x="2965970" y="4495800"/>
                  </a:lnTo>
                  <a:lnTo>
                    <a:pt x="2965970" y="4514850"/>
                  </a:lnTo>
                  <a:lnTo>
                    <a:pt x="3023120" y="4514850"/>
                  </a:lnTo>
                  <a:lnTo>
                    <a:pt x="3023120" y="4495800"/>
                  </a:lnTo>
                  <a:close/>
                </a:path>
                <a:path w="7181850" h="4514850">
                  <a:moveTo>
                    <a:pt x="3031312" y="0"/>
                  </a:moveTo>
                  <a:lnTo>
                    <a:pt x="2974162" y="0"/>
                  </a:lnTo>
                  <a:lnTo>
                    <a:pt x="2974162" y="19050"/>
                  </a:lnTo>
                  <a:lnTo>
                    <a:pt x="3031312" y="19050"/>
                  </a:lnTo>
                  <a:lnTo>
                    <a:pt x="3031312" y="0"/>
                  </a:lnTo>
                  <a:close/>
                </a:path>
                <a:path w="7181850" h="4514850">
                  <a:moveTo>
                    <a:pt x="3118447" y="4495800"/>
                  </a:moveTo>
                  <a:lnTo>
                    <a:pt x="3061297" y="4495800"/>
                  </a:lnTo>
                  <a:lnTo>
                    <a:pt x="3061297" y="4514850"/>
                  </a:lnTo>
                  <a:lnTo>
                    <a:pt x="3118447" y="4514850"/>
                  </a:lnTo>
                  <a:lnTo>
                    <a:pt x="3118447" y="4495800"/>
                  </a:lnTo>
                  <a:close/>
                </a:path>
                <a:path w="7181850" h="4514850">
                  <a:moveTo>
                    <a:pt x="3126638" y="0"/>
                  </a:moveTo>
                  <a:lnTo>
                    <a:pt x="3069488" y="0"/>
                  </a:lnTo>
                  <a:lnTo>
                    <a:pt x="3069488" y="19050"/>
                  </a:lnTo>
                  <a:lnTo>
                    <a:pt x="3126638" y="19050"/>
                  </a:lnTo>
                  <a:lnTo>
                    <a:pt x="3126638" y="0"/>
                  </a:lnTo>
                  <a:close/>
                </a:path>
                <a:path w="7181850" h="4514850">
                  <a:moveTo>
                    <a:pt x="3213785" y="4495800"/>
                  </a:moveTo>
                  <a:lnTo>
                    <a:pt x="3156635" y="4495800"/>
                  </a:lnTo>
                  <a:lnTo>
                    <a:pt x="3156635" y="4514850"/>
                  </a:lnTo>
                  <a:lnTo>
                    <a:pt x="3213785" y="4514850"/>
                  </a:lnTo>
                  <a:lnTo>
                    <a:pt x="3213785" y="4495800"/>
                  </a:lnTo>
                  <a:close/>
                </a:path>
                <a:path w="7181850" h="4514850">
                  <a:moveTo>
                    <a:pt x="3221964" y="0"/>
                  </a:moveTo>
                  <a:lnTo>
                    <a:pt x="3164814" y="0"/>
                  </a:lnTo>
                  <a:lnTo>
                    <a:pt x="3164814" y="19050"/>
                  </a:lnTo>
                  <a:lnTo>
                    <a:pt x="3221964" y="19050"/>
                  </a:lnTo>
                  <a:lnTo>
                    <a:pt x="3221964" y="0"/>
                  </a:lnTo>
                  <a:close/>
                </a:path>
                <a:path w="7181850" h="4514850">
                  <a:moveTo>
                    <a:pt x="3309112" y="4495800"/>
                  </a:moveTo>
                  <a:lnTo>
                    <a:pt x="3251962" y="4495800"/>
                  </a:lnTo>
                  <a:lnTo>
                    <a:pt x="3251962" y="4514850"/>
                  </a:lnTo>
                  <a:lnTo>
                    <a:pt x="3309112" y="4514850"/>
                  </a:lnTo>
                  <a:lnTo>
                    <a:pt x="3309112" y="4495800"/>
                  </a:lnTo>
                  <a:close/>
                </a:path>
                <a:path w="7181850" h="4514850">
                  <a:moveTo>
                    <a:pt x="3317290" y="0"/>
                  </a:moveTo>
                  <a:lnTo>
                    <a:pt x="3260140" y="0"/>
                  </a:lnTo>
                  <a:lnTo>
                    <a:pt x="3260140" y="19050"/>
                  </a:lnTo>
                  <a:lnTo>
                    <a:pt x="3317290" y="19050"/>
                  </a:lnTo>
                  <a:lnTo>
                    <a:pt x="3317290" y="0"/>
                  </a:lnTo>
                  <a:close/>
                </a:path>
                <a:path w="7181850" h="4514850">
                  <a:moveTo>
                    <a:pt x="3404438" y="4495800"/>
                  </a:moveTo>
                  <a:lnTo>
                    <a:pt x="3347288" y="4495800"/>
                  </a:lnTo>
                  <a:lnTo>
                    <a:pt x="3347288" y="4514850"/>
                  </a:lnTo>
                  <a:lnTo>
                    <a:pt x="3404438" y="4514850"/>
                  </a:lnTo>
                  <a:lnTo>
                    <a:pt x="3404438" y="4495800"/>
                  </a:lnTo>
                  <a:close/>
                </a:path>
                <a:path w="7181850" h="4514850">
                  <a:moveTo>
                    <a:pt x="3412617" y="0"/>
                  </a:moveTo>
                  <a:lnTo>
                    <a:pt x="3355467" y="0"/>
                  </a:lnTo>
                  <a:lnTo>
                    <a:pt x="3355467" y="19050"/>
                  </a:lnTo>
                  <a:lnTo>
                    <a:pt x="3412617" y="19050"/>
                  </a:lnTo>
                  <a:lnTo>
                    <a:pt x="3412617" y="0"/>
                  </a:lnTo>
                  <a:close/>
                </a:path>
                <a:path w="7181850" h="4514850">
                  <a:moveTo>
                    <a:pt x="3499764" y="4495800"/>
                  </a:moveTo>
                  <a:lnTo>
                    <a:pt x="3442614" y="4495800"/>
                  </a:lnTo>
                  <a:lnTo>
                    <a:pt x="3442614" y="4514850"/>
                  </a:lnTo>
                  <a:lnTo>
                    <a:pt x="3499764" y="4514850"/>
                  </a:lnTo>
                  <a:lnTo>
                    <a:pt x="3499764" y="4495800"/>
                  </a:lnTo>
                  <a:close/>
                </a:path>
                <a:path w="7181850" h="4514850">
                  <a:moveTo>
                    <a:pt x="3507956" y="0"/>
                  </a:moveTo>
                  <a:lnTo>
                    <a:pt x="3450806" y="0"/>
                  </a:lnTo>
                  <a:lnTo>
                    <a:pt x="3450806" y="19050"/>
                  </a:lnTo>
                  <a:lnTo>
                    <a:pt x="3507956" y="19050"/>
                  </a:lnTo>
                  <a:lnTo>
                    <a:pt x="3507956" y="0"/>
                  </a:lnTo>
                  <a:close/>
                </a:path>
                <a:path w="7181850" h="4514850">
                  <a:moveTo>
                    <a:pt x="3595090" y="4495800"/>
                  </a:moveTo>
                  <a:lnTo>
                    <a:pt x="3537940" y="4495800"/>
                  </a:lnTo>
                  <a:lnTo>
                    <a:pt x="3537940" y="4514850"/>
                  </a:lnTo>
                  <a:lnTo>
                    <a:pt x="3595090" y="4514850"/>
                  </a:lnTo>
                  <a:lnTo>
                    <a:pt x="3595090" y="4495800"/>
                  </a:lnTo>
                  <a:close/>
                </a:path>
                <a:path w="7181850" h="4514850">
                  <a:moveTo>
                    <a:pt x="3603282" y="0"/>
                  </a:moveTo>
                  <a:lnTo>
                    <a:pt x="3546132" y="0"/>
                  </a:lnTo>
                  <a:lnTo>
                    <a:pt x="3546132" y="19050"/>
                  </a:lnTo>
                  <a:lnTo>
                    <a:pt x="3603282" y="19050"/>
                  </a:lnTo>
                  <a:lnTo>
                    <a:pt x="3603282" y="0"/>
                  </a:lnTo>
                  <a:close/>
                </a:path>
                <a:path w="7181850" h="4514850">
                  <a:moveTo>
                    <a:pt x="3690416" y="4495800"/>
                  </a:moveTo>
                  <a:lnTo>
                    <a:pt x="3633266" y="4495800"/>
                  </a:lnTo>
                  <a:lnTo>
                    <a:pt x="3633266" y="4514850"/>
                  </a:lnTo>
                  <a:lnTo>
                    <a:pt x="3690416" y="4514850"/>
                  </a:lnTo>
                  <a:lnTo>
                    <a:pt x="3690416" y="4495800"/>
                  </a:lnTo>
                  <a:close/>
                </a:path>
                <a:path w="7181850" h="4514850">
                  <a:moveTo>
                    <a:pt x="3698608" y="0"/>
                  </a:moveTo>
                  <a:lnTo>
                    <a:pt x="3641458" y="0"/>
                  </a:lnTo>
                  <a:lnTo>
                    <a:pt x="3641458" y="19050"/>
                  </a:lnTo>
                  <a:lnTo>
                    <a:pt x="3698608" y="19050"/>
                  </a:lnTo>
                  <a:lnTo>
                    <a:pt x="3698608" y="0"/>
                  </a:lnTo>
                  <a:close/>
                </a:path>
                <a:path w="7181850" h="4514850">
                  <a:moveTo>
                    <a:pt x="3785755" y="4495800"/>
                  </a:moveTo>
                  <a:lnTo>
                    <a:pt x="3728605" y="4495800"/>
                  </a:lnTo>
                  <a:lnTo>
                    <a:pt x="3728605" y="4514850"/>
                  </a:lnTo>
                  <a:lnTo>
                    <a:pt x="3785755" y="4514850"/>
                  </a:lnTo>
                  <a:lnTo>
                    <a:pt x="3785755" y="4495800"/>
                  </a:lnTo>
                  <a:close/>
                </a:path>
                <a:path w="7181850" h="4514850">
                  <a:moveTo>
                    <a:pt x="3793934" y="0"/>
                  </a:moveTo>
                  <a:lnTo>
                    <a:pt x="3736784" y="0"/>
                  </a:lnTo>
                  <a:lnTo>
                    <a:pt x="3736784" y="19050"/>
                  </a:lnTo>
                  <a:lnTo>
                    <a:pt x="3793934" y="19050"/>
                  </a:lnTo>
                  <a:lnTo>
                    <a:pt x="3793934" y="0"/>
                  </a:lnTo>
                  <a:close/>
                </a:path>
                <a:path w="7181850" h="4514850">
                  <a:moveTo>
                    <a:pt x="3881082" y="4495800"/>
                  </a:moveTo>
                  <a:lnTo>
                    <a:pt x="3823932" y="4495800"/>
                  </a:lnTo>
                  <a:lnTo>
                    <a:pt x="3823932" y="4514850"/>
                  </a:lnTo>
                  <a:lnTo>
                    <a:pt x="3881082" y="4514850"/>
                  </a:lnTo>
                  <a:lnTo>
                    <a:pt x="3881082" y="4495800"/>
                  </a:lnTo>
                  <a:close/>
                </a:path>
                <a:path w="7181850" h="4514850">
                  <a:moveTo>
                    <a:pt x="3889260" y="0"/>
                  </a:moveTo>
                  <a:lnTo>
                    <a:pt x="3832110" y="0"/>
                  </a:lnTo>
                  <a:lnTo>
                    <a:pt x="3832110" y="19050"/>
                  </a:lnTo>
                  <a:lnTo>
                    <a:pt x="3889260" y="19050"/>
                  </a:lnTo>
                  <a:lnTo>
                    <a:pt x="3889260" y="0"/>
                  </a:lnTo>
                  <a:close/>
                </a:path>
                <a:path w="7181850" h="4514850">
                  <a:moveTo>
                    <a:pt x="3976408" y="4495800"/>
                  </a:moveTo>
                  <a:lnTo>
                    <a:pt x="3919258" y="4495800"/>
                  </a:lnTo>
                  <a:lnTo>
                    <a:pt x="3919258" y="4514850"/>
                  </a:lnTo>
                  <a:lnTo>
                    <a:pt x="3976408" y="4514850"/>
                  </a:lnTo>
                  <a:lnTo>
                    <a:pt x="3976408" y="4495800"/>
                  </a:lnTo>
                  <a:close/>
                </a:path>
                <a:path w="7181850" h="4514850">
                  <a:moveTo>
                    <a:pt x="3984587" y="0"/>
                  </a:moveTo>
                  <a:lnTo>
                    <a:pt x="3927437" y="0"/>
                  </a:lnTo>
                  <a:lnTo>
                    <a:pt x="3927437" y="19050"/>
                  </a:lnTo>
                  <a:lnTo>
                    <a:pt x="3984587" y="19050"/>
                  </a:lnTo>
                  <a:lnTo>
                    <a:pt x="3984587" y="0"/>
                  </a:lnTo>
                  <a:close/>
                </a:path>
                <a:path w="7181850" h="4514850">
                  <a:moveTo>
                    <a:pt x="4071734" y="4495800"/>
                  </a:moveTo>
                  <a:lnTo>
                    <a:pt x="4014584" y="4495800"/>
                  </a:lnTo>
                  <a:lnTo>
                    <a:pt x="4014584" y="4514850"/>
                  </a:lnTo>
                  <a:lnTo>
                    <a:pt x="4071734" y="4514850"/>
                  </a:lnTo>
                  <a:lnTo>
                    <a:pt x="4071734" y="4495800"/>
                  </a:lnTo>
                  <a:close/>
                </a:path>
                <a:path w="7181850" h="4514850">
                  <a:moveTo>
                    <a:pt x="4079925" y="0"/>
                  </a:moveTo>
                  <a:lnTo>
                    <a:pt x="4022775" y="0"/>
                  </a:lnTo>
                  <a:lnTo>
                    <a:pt x="4022775" y="19050"/>
                  </a:lnTo>
                  <a:lnTo>
                    <a:pt x="4079925" y="19050"/>
                  </a:lnTo>
                  <a:lnTo>
                    <a:pt x="4079925" y="0"/>
                  </a:lnTo>
                  <a:close/>
                </a:path>
                <a:path w="7181850" h="4514850">
                  <a:moveTo>
                    <a:pt x="4167060" y="4495800"/>
                  </a:moveTo>
                  <a:lnTo>
                    <a:pt x="4109910" y="4495800"/>
                  </a:lnTo>
                  <a:lnTo>
                    <a:pt x="4109910" y="4514850"/>
                  </a:lnTo>
                  <a:lnTo>
                    <a:pt x="4167060" y="4514850"/>
                  </a:lnTo>
                  <a:lnTo>
                    <a:pt x="4167060" y="4495800"/>
                  </a:lnTo>
                  <a:close/>
                </a:path>
                <a:path w="7181850" h="4514850">
                  <a:moveTo>
                    <a:pt x="4175252" y="0"/>
                  </a:moveTo>
                  <a:lnTo>
                    <a:pt x="4118102" y="0"/>
                  </a:lnTo>
                  <a:lnTo>
                    <a:pt x="4118102" y="19050"/>
                  </a:lnTo>
                  <a:lnTo>
                    <a:pt x="4175252" y="19050"/>
                  </a:lnTo>
                  <a:lnTo>
                    <a:pt x="4175252" y="0"/>
                  </a:lnTo>
                  <a:close/>
                </a:path>
                <a:path w="7181850" h="4514850">
                  <a:moveTo>
                    <a:pt x="4262399" y="4495800"/>
                  </a:moveTo>
                  <a:lnTo>
                    <a:pt x="4205249" y="4495800"/>
                  </a:lnTo>
                  <a:lnTo>
                    <a:pt x="4205249" y="4514850"/>
                  </a:lnTo>
                  <a:lnTo>
                    <a:pt x="4262399" y="4514850"/>
                  </a:lnTo>
                  <a:lnTo>
                    <a:pt x="4262399" y="4495800"/>
                  </a:lnTo>
                  <a:close/>
                </a:path>
                <a:path w="7181850" h="4514850">
                  <a:moveTo>
                    <a:pt x="4270578" y="0"/>
                  </a:moveTo>
                  <a:lnTo>
                    <a:pt x="4213428" y="0"/>
                  </a:lnTo>
                  <a:lnTo>
                    <a:pt x="4213428" y="19050"/>
                  </a:lnTo>
                  <a:lnTo>
                    <a:pt x="4270578" y="19050"/>
                  </a:lnTo>
                  <a:lnTo>
                    <a:pt x="4270578" y="0"/>
                  </a:lnTo>
                  <a:close/>
                </a:path>
                <a:path w="7181850" h="4514850">
                  <a:moveTo>
                    <a:pt x="4357725" y="4495800"/>
                  </a:moveTo>
                  <a:lnTo>
                    <a:pt x="4300575" y="4495800"/>
                  </a:lnTo>
                  <a:lnTo>
                    <a:pt x="4300575" y="4514850"/>
                  </a:lnTo>
                  <a:lnTo>
                    <a:pt x="4357725" y="4514850"/>
                  </a:lnTo>
                  <a:lnTo>
                    <a:pt x="4357725" y="4495800"/>
                  </a:lnTo>
                  <a:close/>
                </a:path>
                <a:path w="7181850" h="4514850">
                  <a:moveTo>
                    <a:pt x="4365904" y="0"/>
                  </a:moveTo>
                  <a:lnTo>
                    <a:pt x="4308754" y="0"/>
                  </a:lnTo>
                  <a:lnTo>
                    <a:pt x="4308754" y="19050"/>
                  </a:lnTo>
                  <a:lnTo>
                    <a:pt x="4365904" y="19050"/>
                  </a:lnTo>
                  <a:lnTo>
                    <a:pt x="4365904" y="0"/>
                  </a:lnTo>
                  <a:close/>
                </a:path>
                <a:path w="7181850" h="4514850">
                  <a:moveTo>
                    <a:pt x="4453052" y="4495800"/>
                  </a:moveTo>
                  <a:lnTo>
                    <a:pt x="4395902" y="4495800"/>
                  </a:lnTo>
                  <a:lnTo>
                    <a:pt x="4395902" y="4514850"/>
                  </a:lnTo>
                  <a:lnTo>
                    <a:pt x="4453052" y="4514850"/>
                  </a:lnTo>
                  <a:lnTo>
                    <a:pt x="4453052" y="4495800"/>
                  </a:lnTo>
                  <a:close/>
                </a:path>
                <a:path w="7181850" h="4514850">
                  <a:moveTo>
                    <a:pt x="4461230" y="0"/>
                  </a:moveTo>
                  <a:lnTo>
                    <a:pt x="4404080" y="0"/>
                  </a:lnTo>
                  <a:lnTo>
                    <a:pt x="4404080" y="19050"/>
                  </a:lnTo>
                  <a:lnTo>
                    <a:pt x="4461230" y="19050"/>
                  </a:lnTo>
                  <a:lnTo>
                    <a:pt x="4461230" y="0"/>
                  </a:lnTo>
                  <a:close/>
                </a:path>
                <a:path w="7181850" h="4514850">
                  <a:moveTo>
                    <a:pt x="4548378" y="4495800"/>
                  </a:moveTo>
                  <a:lnTo>
                    <a:pt x="4491228" y="4495800"/>
                  </a:lnTo>
                  <a:lnTo>
                    <a:pt x="4491228" y="4514850"/>
                  </a:lnTo>
                  <a:lnTo>
                    <a:pt x="4548378" y="4514850"/>
                  </a:lnTo>
                  <a:lnTo>
                    <a:pt x="4548378" y="4495800"/>
                  </a:lnTo>
                  <a:close/>
                </a:path>
                <a:path w="7181850" h="4514850">
                  <a:moveTo>
                    <a:pt x="4556557" y="0"/>
                  </a:moveTo>
                  <a:lnTo>
                    <a:pt x="4499407" y="0"/>
                  </a:lnTo>
                  <a:lnTo>
                    <a:pt x="4499407" y="19050"/>
                  </a:lnTo>
                  <a:lnTo>
                    <a:pt x="4556557" y="19050"/>
                  </a:lnTo>
                  <a:lnTo>
                    <a:pt x="4556557" y="0"/>
                  </a:lnTo>
                  <a:close/>
                </a:path>
                <a:path w="7181850" h="4514850">
                  <a:moveTo>
                    <a:pt x="4643704" y="4495800"/>
                  </a:moveTo>
                  <a:lnTo>
                    <a:pt x="4586554" y="4495800"/>
                  </a:lnTo>
                  <a:lnTo>
                    <a:pt x="4586554" y="4514850"/>
                  </a:lnTo>
                  <a:lnTo>
                    <a:pt x="4643704" y="4514850"/>
                  </a:lnTo>
                  <a:lnTo>
                    <a:pt x="4643704" y="4495800"/>
                  </a:lnTo>
                  <a:close/>
                </a:path>
                <a:path w="7181850" h="4514850">
                  <a:moveTo>
                    <a:pt x="4651895" y="0"/>
                  </a:moveTo>
                  <a:lnTo>
                    <a:pt x="4594745" y="0"/>
                  </a:lnTo>
                  <a:lnTo>
                    <a:pt x="4594745" y="19050"/>
                  </a:lnTo>
                  <a:lnTo>
                    <a:pt x="4651895" y="19050"/>
                  </a:lnTo>
                  <a:lnTo>
                    <a:pt x="4651895" y="0"/>
                  </a:lnTo>
                  <a:close/>
                </a:path>
                <a:path w="7181850" h="4514850">
                  <a:moveTo>
                    <a:pt x="4739030" y="4495800"/>
                  </a:moveTo>
                  <a:lnTo>
                    <a:pt x="4681880" y="4495800"/>
                  </a:lnTo>
                  <a:lnTo>
                    <a:pt x="4681880" y="4514850"/>
                  </a:lnTo>
                  <a:lnTo>
                    <a:pt x="4739030" y="4514850"/>
                  </a:lnTo>
                  <a:lnTo>
                    <a:pt x="4739030" y="4495800"/>
                  </a:lnTo>
                  <a:close/>
                </a:path>
                <a:path w="7181850" h="4514850">
                  <a:moveTo>
                    <a:pt x="4747222" y="0"/>
                  </a:moveTo>
                  <a:lnTo>
                    <a:pt x="4690072" y="0"/>
                  </a:lnTo>
                  <a:lnTo>
                    <a:pt x="4690072" y="19050"/>
                  </a:lnTo>
                  <a:lnTo>
                    <a:pt x="4747222" y="19050"/>
                  </a:lnTo>
                  <a:lnTo>
                    <a:pt x="4747222" y="0"/>
                  </a:lnTo>
                  <a:close/>
                </a:path>
                <a:path w="7181850" h="4514850">
                  <a:moveTo>
                    <a:pt x="4834356" y="4495800"/>
                  </a:moveTo>
                  <a:lnTo>
                    <a:pt x="4777206" y="4495800"/>
                  </a:lnTo>
                  <a:lnTo>
                    <a:pt x="4777206" y="4514850"/>
                  </a:lnTo>
                  <a:lnTo>
                    <a:pt x="4834356" y="4514850"/>
                  </a:lnTo>
                  <a:lnTo>
                    <a:pt x="4834356" y="4495800"/>
                  </a:lnTo>
                  <a:close/>
                </a:path>
                <a:path w="7181850" h="4514850">
                  <a:moveTo>
                    <a:pt x="4842548" y="0"/>
                  </a:moveTo>
                  <a:lnTo>
                    <a:pt x="4785398" y="0"/>
                  </a:lnTo>
                  <a:lnTo>
                    <a:pt x="4785398" y="19050"/>
                  </a:lnTo>
                  <a:lnTo>
                    <a:pt x="4842548" y="19050"/>
                  </a:lnTo>
                  <a:lnTo>
                    <a:pt x="4842548" y="0"/>
                  </a:lnTo>
                  <a:close/>
                </a:path>
                <a:path w="7181850" h="4514850">
                  <a:moveTo>
                    <a:pt x="4929695" y="4495800"/>
                  </a:moveTo>
                  <a:lnTo>
                    <a:pt x="4872545" y="4495800"/>
                  </a:lnTo>
                  <a:lnTo>
                    <a:pt x="4872545" y="4514850"/>
                  </a:lnTo>
                  <a:lnTo>
                    <a:pt x="4929695" y="4514850"/>
                  </a:lnTo>
                  <a:lnTo>
                    <a:pt x="4929695" y="4495800"/>
                  </a:lnTo>
                  <a:close/>
                </a:path>
                <a:path w="7181850" h="4514850">
                  <a:moveTo>
                    <a:pt x="4937874" y="0"/>
                  </a:moveTo>
                  <a:lnTo>
                    <a:pt x="4880724" y="0"/>
                  </a:lnTo>
                  <a:lnTo>
                    <a:pt x="4880724" y="19050"/>
                  </a:lnTo>
                  <a:lnTo>
                    <a:pt x="4937874" y="19050"/>
                  </a:lnTo>
                  <a:lnTo>
                    <a:pt x="4937874" y="0"/>
                  </a:lnTo>
                  <a:close/>
                </a:path>
                <a:path w="7181850" h="4514850">
                  <a:moveTo>
                    <a:pt x="5025021" y="4495800"/>
                  </a:moveTo>
                  <a:lnTo>
                    <a:pt x="4967871" y="4495800"/>
                  </a:lnTo>
                  <a:lnTo>
                    <a:pt x="4967871" y="4514850"/>
                  </a:lnTo>
                  <a:lnTo>
                    <a:pt x="5025021" y="4514850"/>
                  </a:lnTo>
                  <a:lnTo>
                    <a:pt x="5025021" y="4495800"/>
                  </a:lnTo>
                  <a:close/>
                </a:path>
                <a:path w="7181850" h="4514850">
                  <a:moveTo>
                    <a:pt x="5033200" y="0"/>
                  </a:moveTo>
                  <a:lnTo>
                    <a:pt x="4976050" y="0"/>
                  </a:lnTo>
                  <a:lnTo>
                    <a:pt x="4976050" y="19050"/>
                  </a:lnTo>
                  <a:lnTo>
                    <a:pt x="5033200" y="19050"/>
                  </a:lnTo>
                  <a:lnTo>
                    <a:pt x="5033200" y="0"/>
                  </a:lnTo>
                  <a:close/>
                </a:path>
                <a:path w="7181850" h="4514850">
                  <a:moveTo>
                    <a:pt x="5120348" y="4495800"/>
                  </a:moveTo>
                  <a:lnTo>
                    <a:pt x="5063198" y="4495800"/>
                  </a:lnTo>
                  <a:lnTo>
                    <a:pt x="5063198" y="4514850"/>
                  </a:lnTo>
                  <a:lnTo>
                    <a:pt x="5120348" y="4514850"/>
                  </a:lnTo>
                  <a:lnTo>
                    <a:pt x="5120348" y="4495800"/>
                  </a:lnTo>
                  <a:close/>
                </a:path>
                <a:path w="7181850" h="4514850">
                  <a:moveTo>
                    <a:pt x="5128526" y="0"/>
                  </a:moveTo>
                  <a:lnTo>
                    <a:pt x="5071376" y="0"/>
                  </a:lnTo>
                  <a:lnTo>
                    <a:pt x="5071376" y="19050"/>
                  </a:lnTo>
                  <a:lnTo>
                    <a:pt x="5128526" y="19050"/>
                  </a:lnTo>
                  <a:lnTo>
                    <a:pt x="5128526" y="0"/>
                  </a:lnTo>
                  <a:close/>
                </a:path>
                <a:path w="7181850" h="4514850">
                  <a:moveTo>
                    <a:pt x="5215674" y="4495800"/>
                  </a:moveTo>
                  <a:lnTo>
                    <a:pt x="5158524" y="4495800"/>
                  </a:lnTo>
                  <a:lnTo>
                    <a:pt x="5158524" y="4514850"/>
                  </a:lnTo>
                  <a:lnTo>
                    <a:pt x="5215674" y="4514850"/>
                  </a:lnTo>
                  <a:lnTo>
                    <a:pt x="5215674" y="4495800"/>
                  </a:lnTo>
                  <a:close/>
                </a:path>
                <a:path w="7181850" h="4514850">
                  <a:moveTo>
                    <a:pt x="5223865" y="0"/>
                  </a:moveTo>
                  <a:lnTo>
                    <a:pt x="5166715" y="0"/>
                  </a:lnTo>
                  <a:lnTo>
                    <a:pt x="5166715" y="19050"/>
                  </a:lnTo>
                  <a:lnTo>
                    <a:pt x="5223865" y="19050"/>
                  </a:lnTo>
                  <a:lnTo>
                    <a:pt x="5223865" y="0"/>
                  </a:lnTo>
                  <a:close/>
                </a:path>
                <a:path w="7181850" h="4514850">
                  <a:moveTo>
                    <a:pt x="5311000" y="4495800"/>
                  </a:moveTo>
                  <a:lnTo>
                    <a:pt x="5253850" y="4495800"/>
                  </a:lnTo>
                  <a:lnTo>
                    <a:pt x="5253850" y="4514850"/>
                  </a:lnTo>
                  <a:lnTo>
                    <a:pt x="5311000" y="4514850"/>
                  </a:lnTo>
                  <a:lnTo>
                    <a:pt x="5311000" y="4495800"/>
                  </a:lnTo>
                  <a:close/>
                </a:path>
                <a:path w="7181850" h="4514850">
                  <a:moveTo>
                    <a:pt x="5319192" y="0"/>
                  </a:moveTo>
                  <a:lnTo>
                    <a:pt x="5262042" y="0"/>
                  </a:lnTo>
                  <a:lnTo>
                    <a:pt x="5262042" y="19050"/>
                  </a:lnTo>
                  <a:lnTo>
                    <a:pt x="5319192" y="19050"/>
                  </a:lnTo>
                  <a:lnTo>
                    <a:pt x="5319192" y="0"/>
                  </a:lnTo>
                  <a:close/>
                </a:path>
                <a:path w="7181850" h="4514850">
                  <a:moveTo>
                    <a:pt x="5406339" y="4495800"/>
                  </a:moveTo>
                  <a:lnTo>
                    <a:pt x="5349189" y="4495800"/>
                  </a:lnTo>
                  <a:lnTo>
                    <a:pt x="5349189" y="4514850"/>
                  </a:lnTo>
                  <a:lnTo>
                    <a:pt x="5406339" y="4514850"/>
                  </a:lnTo>
                  <a:lnTo>
                    <a:pt x="5406339" y="4495800"/>
                  </a:lnTo>
                  <a:close/>
                </a:path>
                <a:path w="7181850" h="4514850">
                  <a:moveTo>
                    <a:pt x="5414518" y="0"/>
                  </a:moveTo>
                  <a:lnTo>
                    <a:pt x="5357368" y="0"/>
                  </a:lnTo>
                  <a:lnTo>
                    <a:pt x="5357368" y="19050"/>
                  </a:lnTo>
                  <a:lnTo>
                    <a:pt x="5414518" y="19050"/>
                  </a:lnTo>
                  <a:lnTo>
                    <a:pt x="5414518" y="0"/>
                  </a:lnTo>
                  <a:close/>
                </a:path>
                <a:path w="7181850" h="4514850">
                  <a:moveTo>
                    <a:pt x="5501665" y="4495800"/>
                  </a:moveTo>
                  <a:lnTo>
                    <a:pt x="5444515" y="4495800"/>
                  </a:lnTo>
                  <a:lnTo>
                    <a:pt x="5444515" y="4514850"/>
                  </a:lnTo>
                  <a:lnTo>
                    <a:pt x="5501665" y="4514850"/>
                  </a:lnTo>
                  <a:lnTo>
                    <a:pt x="5501665" y="4495800"/>
                  </a:lnTo>
                  <a:close/>
                </a:path>
                <a:path w="7181850" h="4514850">
                  <a:moveTo>
                    <a:pt x="5509844" y="0"/>
                  </a:moveTo>
                  <a:lnTo>
                    <a:pt x="5452694" y="0"/>
                  </a:lnTo>
                  <a:lnTo>
                    <a:pt x="5452694" y="19050"/>
                  </a:lnTo>
                  <a:lnTo>
                    <a:pt x="5509844" y="19050"/>
                  </a:lnTo>
                  <a:lnTo>
                    <a:pt x="5509844" y="0"/>
                  </a:lnTo>
                  <a:close/>
                </a:path>
                <a:path w="7181850" h="4514850">
                  <a:moveTo>
                    <a:pt x="5596991" y="4495800"/>
                  </a:moveTo>
                  <a:lnTo>
                    <a:pt x="5539841" y="4495800"/>
                  </a:lnTo>
                  <a:lnTo>
                    <a:pt x="5539841" y="4514850"/>
                  </a:lnTo>
                  <a:lnTo>
                    <a:pt x="5596991" y="4514850"/>
                  </a:lnTo>
                  <a:lnTo>
                    <a:pt x="5596991" y="4495800"/>
                  </a:lnTo>
                  <a:close/>
                </a:path>
                <a:path w="7181850" h="4514850">
                  <a:moveTo>
                    <a:pt x="5605170" y="0"/>
                  </a:moveTo>
                  <a:lnTo>
                    <a:pt x="5548020" y="0"/>
                  </a:lnTo>
                  <a:lnTo>
                    <a:pt x="5548020" y="19050"/>
                  </a:lnTo>
                  <a:lnTo>
                    <a:pt x="5605170" y="19050"/>
                  </a:lnTo>
                  <a:lnTo>
                    <a:pt x="5605170" y="0"/>
                  </a:lnTo>
                  <a:close/>
                </a:path>
                <a:path w="7181850" h="4514850">
                  <a:moveTo>
                    <a:pt x="5692318" y="4495800"/>
                  </a:moveTo>
                  <a:lnTo>
                    <a:pt x="5635168" y="4495800"/>
                  </a:lnTo>
                  <a:lnTo>
                    <a:pt x="5635168" y="4514850"/>
                  </a:lnTo>
                  <a:lnTo>
                    <a:pt x="5692318" y="4514850"/>
                  </a:lnTo>
                  <a:lnTo>
                    <a:pt x="5692318" y="4495800"/>
                  </a:lnTo>
                  <a:close/>
                </a:path>
                <a:path w="7181850" h="4514850">
                  <a:moveTo>
                    <a:pt x="5700496" y="0"/>
                  </a:moveTo>
                  <a:lnTo>
                    <a:pt x="5643346" y="0"/>
                  </a:lnTo>
                  <a:lnTo>
                    <a:pt x="5643346" y="19050"/>
                  </a:lnTo>
                  <a:lnTo>
                    <a:pt x="5700496" y="19050"/>
                  </a:lnTo>
                  <a:lnTo>
                    <a:pt x="5700496" y="0"/>
                  </a:lnTo>
                  <a:close/>
                </a:path>
                <a:path w="7181850" h="4514850">
                  <a:moveTo>
                    <a:pt x="5787644" y="4495800"/>
                  </a:moveTo>
                  <a:lnTo>
                    <a:pt x="5730494" y="4495800"/>
                  </a:lnTo>
                  <a:lnTo>
                    <a:pt x="5730494" y="4514850"/>
                  </a:lnTo>
                  <a:lnTo>
                    <a:pt x="5787644" y="4514850"/>
                  </a:lnTo>
                  <a:lnTo>
                    <a:pt x="5787644" y="4495800"/>
                  </a:lnTo>
                  <a:close/>
                </a:path>
                <a:path w="7181850" h="4514850">
                  <a:moveTo>
                    <a:pt x="5795835" y="0"/>
                  </a:moveTo>
                  <a:lnTo>
                    <a:pt x="5738685" y="0"/>
                  </a:lnTo>
                  <a:lnTo>
                    <a:pt x="5738685" y="19050"/>
                  </a:lnTo>
                  <a:lnTo>
                    <a:pt x="5795835" y="19050"/>
                  </a:lnTo>
                  <a:lnTo>
                    <a:pt x="5795835" y="0"/>
                  </a:lnTo>
                  <a:close/>
                </a:path>
                <a:path w="7181850" h="4514850">
                  <a:moveTo>
                    <a:pt x="5882970" y="4495800"/>
                  </a:moveTo>
                  <a:lnTo>
                    <a:pt x="5825820" y="4495800"/>
                  </a:lnTo>
                  <a:lnTo>
                    <a:pt x="5825820" y="4514850"/>
                  </a:lnTo>
                  <a:lnTo>
                    <a:pt x="5882970" y="4514850"/>
                  </a:lnTo>
                  <a:lnTo>
                    <a:pt x="5882970" y="4495800"/>
                  </a:lnTo>
                  <a:close/>
                </a:path>
                <a:path w="7181850" h="4514850">
                  <a:moveTo>
                    <a:pt x="5891161" y="0"/>
                  </a:moveTo>
                  <a:lnTo>
                    <a:pt x="5834011" y="0"/>
                  </a:lnTo>
                  <a:lnTo>
                    <a:pt x="5834011" y="19050"/>
                  </a:lnTo>
                  <a:lnTo>
                    <a:pt x="5891161" y="19050"/>
                  </a:lnTo>
                  <a:lnTo>
                    <a:pt x="5891161" y="0"/>
                  </a:lnTo>
                  <a:close/>
                </a:path>
                <a:path w="7181850" h="4514850">
                  <a:moveTo>
                    <a:pt x="5978309" y="4495800"/>
                  </a:moveTo>
                  <a:lnTo>
                    <a:pt x="5921159" y="4495800"/>
                  </a:lnTo>
                  <a:lnTo>
                    <a:pt x="5921159" y="4514850"/>
                  </a:lnTo>
                  <a:lnTo>
                    <a:pt x="5978309" y="4514850"/>
                  </a:lnTo>
                  <a:lnTo>
                    <a:pt x="5978309" y="4495800"/>
                  </a:lnTo>
                  <a:close/>
                </a:path>
                <a:path w="7181850" h="4514850">
                  <a:moveTo>
                    <a:pt x="5986488" y="0"/>
                  </a:moveTo>
                  <a:lnTo>
                    <a:pt x="5929338" y="0"/>
                  </a:lnTo>
                  <a:lnTo>
                    <a:pt x="5929338" y="19050"/>
                  </a:lnTo>
                  <a:lnTo>
                    <a:pt x="5986488" y="19050"/>
                  </a:lnTo>
                  <a:lnTo>
                    <a:pt x="5986488" y="0"/>
                  </a:lnTo>
                  <a:close/>
                </a:path>
                <a:path w="7181850" h="4514850">
                  <a:moveTo>
                    <a:pt x="6073635" y="4495800"/>
                  </a:moveTo>
                  <a:lnTo>
                    <a:pt x="6016485" y="4495800"/>
                  </a:lnTo>
                  <a:lnTo>
                    <a:pt x="6016485" y="4514850"/>
                  </a:lnTo>
                  <a:lnTo>
                    <a:pt x="6073635" y="4514850"/>
                  </a:lnTo>
                  <a:lnTo>
                    <a:pt x="6073635" y="4495800"/>
                  </a:lnTo>
                  <a:close/>
                </a:path>
                <a:path w="7181850" h="4514850">
                  <a:moveTo>
                    <a:pt x="6081814" y="0"/>
                  </a:moveTo>
                  <a:lnTo>
                    <a:pt x="6024664" y="0"/>
                  </a:lnTo>
                  <a:lnTo>
                    <a:pt x="6024664" y="19050"/>
                  </a:lnTo>
                  <a:lnTo>
                    <a:pt x="6081814" y="19050"/>
                  </a:lnTo>
                  <a:lnTo>
                    <a:pt x="6081814" y="0"/>
                  </a:lnTo>
                  <a:close/>
                </a:path>
                <a:path w="7181850" h="4514850">
                  <a:moveTo>
                    <a:pt x="6168961" y="4495800"/>
                  </a:moveTo>
                  <a:lnTo>
                    <a:pt x="6111811" y="4495800"/>
                  </a:lnTo>
                  <a:lnTo>
                    <a:pt x="6111811" y="4514850"/>
                  </a:lnTo>
                  <a:lnTo>
                    <a:pt x="6168961" y="4514850"/>
                  </a:lnTo>
                  <a:lnTo>
                    <a:pt x="6168961" y="4495800"/>
                  </a:lnTo>
                  <a:close/>
                </a:path>
                <a:path w="7181850" h="4514850">
                  <a:moveTo>
                    <a:pt x="6177140" y="0"/>
                  </a:moveTo>
                  <a:lnTo>
                    <a:pt x="6119990" y="0"/>
                  </a:lnTo>
                  <a:lnTo>
                    <a:pt x="6119990" y="19050"/>
                  </a:lnTo>
                  <a:lnTo>
                    <a:pt x="6177140" y="19050"/>
                  </a:lnTo>
                  <a:lnTo>
                    <a:pt x="6177140" y="0"/>
                  </a:lnTo>
                  <a:close/>
                </a:path>
                <a:path w="7181850" h="4514850">
                  <a:moveTo>
                    <a:pt x="6264287" y="4495800"/>
                  </a:moveTo>
                  <a:lnTo>
                    <a:pt x="6207137" y="4495800"/>
                  </a:lnTo>
                  <a:lnTo>
                    <a:pt x="6207137" y="4514850"/>
                  </a:lnTo>
                  <a:lnTo>
                    <a:pt x="6264287" y="4514850"/>
                  </a:lnTo>
                  <a:lnTo>
                    <a:pt x="6264287" y="4495800"/>
                  </a:lnTo>
                  <a:close/>
                </a:path>
                <a:path w="7181850" h="4514850">
                  <a:moveTo>
                    <a:pt x="6272466" y="0"/>
                  </a:moveTo>
                  <a:lnTo>
                    <a:pt x="6215316" y="0"/>
                  </a:lnTo>
                  <a:lnTo>
                    <a:pt x="6215316" y="19050"/>
                  </a:lnTo>
                  <a:lnTo>
                    <a:pt x="6272466" y="19050"/>
                  </a:lnTo>
                  <a:lnTo>
                    <a:pt x="6272466" y="0"/>
                  </a:lnTo>
                  <a:close/>
                </a:path>
                <a:path w="7181850" h="4514850">
                  <a:moveTo>
                    <a:pt x="6359614" y="4495800"/>
                  </a:moveTo>
                  <a:lnTo>
                    <a:pt x="6302464" y="4495800"/>
                  </a:lnTo>
                  <a:lnTo>
                    <a:pt x="6302464" y="4514850"/>
                  </a:lnTo>
                  <a:lnTo>
                    <a:pt x="6359614" y="4514850"/>
                  </a:lnTo>
                  <a:lnTo>
                    <a:pt x="6359614" y="4495800"/>
                  </a:lnTo>
                  <a:close/>
                </a:path>
                <a:path w="7181850" h="4514850">
                  <a:moveTo>
                    <a:pt x="6367805" y="0"/>
                  </a:moveTo>
                  <a:lnTo>
                    <a:pt x="6310655" y="0"/>
                  </a:lnTo>
                  <a:lnTo>
                    <a:pt x="6310655" y="19050"/>
                  </a:lnTo>
                  <a:lnTo>
                    <a:pt x="6367805" y="19050"/>
                  </a:lnTo>
                  <a:lnTo>
                    <a:pt x="6367805" y="0"/>
                  </a:lnTo>
                  <a:close/>
                </a:path>
                <a:path w="7181850" h="4514850">
                  <a:moveTo>
                    <a:pt x="6454953" y="4495800"/>
                  </a:moveTo>
                  <a:lnTo>
                    <a:pt x="6397803" y="4495800"/>
                  </a:lnTo>
                  <a:lnTo>
                    <a:pt x="6397803" y="4514850"/>
                  </a:lnTo>
                  <a:lnTo>
                    <a:pt x="6454953" y="4514850"/>
                  </a:lnTo>
                  <a:lnTo>
                    <a:pt x="6454953" y="4495800"/>
                  </a:lnTo>
                  <a:close/>
                </a:path>
                <a:path w="7181850" h="4514850">
                  <a:moveTo>
                    <a:pt x="6463131" y="0"/>
                  </a:moveTo>
                  <a:lnTo>
                    <a:pt x="6405981" y="0"/>
                  </a:lnTo>
                  <a:lnTo>
                    <a:pt x="6405981" y="19050"/>
                  </a:lnTo>
                  <a:lnTo>
                    <a:pt x="6463131" y="19050"/>
                  </a:lnTo>
                  <a:lnTo>
                    <a:pt x="6463131" y="0"/>
                  </a:lnTo>
                  <a:close/>
                </a:path>
                <a:path w="7181850" h="4514850">
                  <a:moveTo>
                    <a:pt x="6550279" y="4495800"/>
                  </a:moveTo>
                  <a:lnTo>
                    <a:pt x="6493129" y="4495800"/>
                  </a:lnTo>
                  <a:lnTo>
                    <a:pt x="6493129" y="4514850"/>
                  </a:lnTo>
                  <a:lnTo>
                    <a:pt x="6550279" y="4514850"/>
                  </a:lnTo>
                  <a:lnTo>
                    <a:pt x="6550279" y="4495800"/>
                  </a:lnTo>
                  <a:close/>
                </a:path>
                <a:path w="7181850" h="4514850">
                  <a:moveTo>
                    <a:pt x="6558458" y="0"/>
                  </a:moveTo>
                  <a:lnTo>
                    <a:pt x="6501308" y="0"/>
                  </a:lnTo>
                  <a:lnTo>
                    <a:pt x="6501308" y="19050"/>
                  </a:lnTo>
                  <a:lnTo>
                    <a:pt x="6558458" y="19050"/>
                  </a:lnTo>
                  <a:lnTo>
                    <a:pt x="6558458" y="0"/>
                  </a:lnTo>
                  <a:close/>
                </a:path>
                <a:path w="7181850" h="4514850">
                  <a:moveTo>
                    <a:pt x="6645605" y="4495800"/>
                  </a:moveTo>
                  <a:lnTo>
                    <a:pt x="6588455" y="4495800"/>
                  </a:lnTo>
                  <a:lnTo>
                    <a:pt x="6588455" y="4514850"/>
                  </a:lnTo>
                  <a:lnTo>
                    <a:pt x="6645605" y="4514850"/>
                  </a:lnTo>
                  <a:lnTo>
                    <a:pt x="6645605" y="4495800"/>
                  </a:lnTo>
                  <a:close/>
                </a:path>
                <a:path w="7181850" h="4514850">
                  <a:moveTo>
                    <a:pt x="6653784" y="0"/>
                  </a:moveTo>
                  <a:lnTo>
                    <a:pt x="6596634" y="0"/>
                  </a:lnTo>
                  <a:lnTo>
                    <a:pt x="6596634" y="19050"/>
                  </a:lnTo>
                  <a:lnTo>
                    <a:pt x="6653784" y="19050"/>
                  </a:lnTo>
                  <a:lnTo>
                    <a:pt x="6653784" y="0"/>
                  </a:lnTo>
                  <a:close/>
                </a:path>
                <a:path w="7181850" h="4514850">
                  <a:moveTo>
                    <a:pt x="6740931" y="4495800"/>
                  </a:moveTo>
                  <a:lnTo>
                    <a:pt x="6683781" y="4495800"/>
                  </a:lnTo>
                  <a:lnTo>
                    <a:pt x="6683781" y="4514850"/>
                  </a:lnTo>
                  <a:lnTo>
                    <a:pt x="6740931" y="4514850"/>
                  </a:lnTo>
                  <a:lnTo>
                    <a:pt x="6740931" y="4495800"/>
                  </a:lnTo>
                  <a:close/>
                </a:path>
                <a:path w="7181850" h="4514850">
                  <a:moveTo>
                    <a:pt x="6749110" y="0"/>
                  </a:moveTo>
                  <a:lnTo>
                    <a:pt x="6691960" y="0"/>
                  </a:lnTo>
                  <a:lnTo>
                    <a:pt x="6691960" y="19050"/>
                  </a:lnTo>
                  <a:lnTo>
                    <a:pt x="6749110" y="19050"/>
                  </a:lnTo>
                  <a:lnTo>
                    <a:pt x="6749110" y="0"/>
                  </a:lnTo>
                  <a:close/>
                </a:path>
                <a:path w="7181850" h="4514850">
                  <a:moveTo>
                    <a:pt x="6836257" y="4495800"/>
                  </a:moveTo>
                  <a:lnTo>
                    <a:pt x="6779107" y="4495800"/>
                  </a:lnTo>
                  <a:lnTo>
                    <a:pt x="6779107" y="4514850"/>
                  </a:lnTo>
                  <a:lnTo>
                    <a:pt x="6836257" y="4514850"/>
                  </a:lnTo>
                  <a:lnTo>
                    <a:pt x="6836257" y="4495800"/>
                  </a:lnTo>
                  <a:close/>
                </a:path>
                <a:path w="7181850" h="4514850">
                  <a:moveTo>
                    <a:pt x="6844449" y="0"/>
                  </a:moveTo>
                  <a:lnTo>
                    <a:pt x="6787299" y="0"/>
                  </a:lnTo>
                  <a:lnTo>
                    <a:pt x="6787299" y="19050"/>
                  </a:lnTo>
                  <a:lnTo>
                    <a:pt x="6844449" y="19050"/>
                  </a:lnTo>
                  <a:lnTo>
                    <a:pt x="6844449" y="0"/>
                  </a:lnTo>
                  <a:close/>
                </a:path>
                <a:path w="7181850" h="4514850">
                  <a:moveTo>
                    <a:pt x="6931584" y="4495800"/>
                  </a:moveTo>
                  <a:lnTo>
                    <a:pt x="6874434" y="4495800"/>
                  </a:lnTo>
                  <a:lnTo>
                    <a:pt x="6874434" y="4514850"/>
                  </a:lnTo>
                  <a:lnTo>
                    <a:pt x="6931584" y="4514850"/>
                  </a:lnTo>
                  <a:lnTo>
                    <a:pt x="6931584" y="4495800"/>
                  </a:lnTo>
                  <a:close/>
                </a:path>
                <a:path w="7181850" h="4514850">
                  <a:moveTo>
                    <a:pt x="6939775" y="0"/>
                  </a:moveTo>
                  <a:lnTo>
                    <a:pt x="6882625" y="0"/>
                  </a:lnTo>
                  <a:lnTo>
                    <a:pt x="6882625" y="19050"/>
                  </a:lnTo>
                  <a:lnTo>
                    <a:pt x="6939775" y="19050"/>
                  </a:lnTo>
                  <a:lnTo>
                    <a:pt x="6939775" y="0"/>
                  </a:lnTo>
                  <a:close/>
                </a:path>
                <a:path w="7181850" h="4514850">
                  <a:moveTo>
                    <a:pt x="7026910" y="4495800"/>
                  </a:moveTo>
                  <a:lnTo>
                    <a:pt x="6969760" y="4495800"/>
                  </a:lnTo>
                  <a:lnTo>
                    <a:pt x="6969760" y="4514850"/>
                  </a:lnTo>
                  <a:lnTo>
                    <a:pt x="7026910" y="4514850"/>
                  </a:lnTo>
                  <a:lnTo>
                    <a:pt x="7026910" y="4495800"/>
                  </a:lnTo>
                  <a:close/>
                </a:path>
                <a:path w="7181850" h="4514850">
                  <a:moveTo>
                    <a:pt x="7035101" y="0"/>
                  </a:moveTo>
                  <a:lnTo>
                    <a:pt x="6977951" y="0"/>
                  </a:lnTo>
                  <a:lnTo>
                    <a:pt x="6977951" y="19050"/>
                  </a:lnTo>
                  <a:lnTo>
                    <a:pt x="7035101" y="19050"/>
                  </a:lnTo>
                  <a:lnTo>
                    <a:pt x="7035101" y="0"/>
                  </a:lnTo>
                  <a:close/>
                </a:path>
                <a:path w="7181850" h="4514850">
                  <a:moveTo>
                    <a:pt x="7120039" y="4502023"/>
                  </a:moveTo>
                  <a:lnTo>
                    <a:pt x="7111289" y="4485119"/>
                  </a:lnTo>
                  <a:lnTo>
                    <a:pt x="7104012" y="4488548"/>
                  </a:lnTo>
                  <a:lnTo>
                    <a:pt x="7095160" y="4491723"/>
                  </a:lnTo>
                  <a:lnTo>
                    <a:pt x="7086143" y="4493996"/>
                  </a:lnTo>
                  <a:lnTo>
                    <a:pt x="7076935" y="4495355"/>
                  </a:lnTo>
                  <a:lnTo>
                    <a:pt x="7067550" y="4495800"/>
                  </a:lnTo>
                  <a:lnTo>
                    <a:pt x="7065099" y="4495800"/>
                  </a:lnTo>
                  <a:lnTo>
                    <a:pt x="7065099" y="4514850"/>
                  </a:lnTo>
                  <a:lnTo>
                    <a:pt x="7067550" y="4514850"/>
                  </a:lnTo>
                  <a:lnTo>
                    <a:pt x="7078815" y="4514316"/>
                  </a:lnTo>
                  <a:lnTo>
                    <a:pt x="7089864" y="4512678"/>
                  </a:lnTo>
                  <a:lnTo>
                    <a:pt x="7100684" y="4509960"/>
                  </a:lnTo>
                  <a:lnTo>
                    <a:pt x="7111301" y="4506150"/>
                  </a:lnTo>
                  <a:lnTo>
                    <a:pt x="7120039" y="4502023"/>
                  </a:lnTo>
                  <a:close/>
                </a:path>
                <a:path w="7181850" h="4514850">
                  <a:moveTo>
                    <a:pt x="7127570" y="17157"/>
                  </a:moveTo>
                  <a:lnTo>
                    <a:pt x="7089864" y="2184"/>
                  </a:lnTo>
                  <a:lnTo>
                    <a:pt x="7072884" y="266"/>
                  </a:lnTo>
                  <a:lnTo>
                    <a:pt x="7072795" y="2184"/>
                  </a:lnTo>
                  <a:lnTo>
                    <a:pt x="7071995" y="19265"/>
                  </a:lnTo>
                  <a:lnTo>
                    <a:pt x="7112495" y="30314"/>
                  </a:lnTo>
                  <a:lnTo>
                    <a:pt x="7117575" y="33350"/>
                  </a:lnTo>
                  <a:lnTo>
                    <a:pt x="7127570" y="17157"/>
                  </a:lnTo>
                  <a:close/>
                </a:path>
                <a:path w="7181850" h="4514850">
                  <a:moveTo>
                    <a:pt x="7179310" y="4424337"/>
                  </a:moveTo>
                  <a:lnTo>
                    <a:pt x="7160679" y="4420374"/>
                  </a:lnTo>
                  <a:lnTo>
                    <a:pt x="7158723" y="4428160"/>
                  </a:lnTo>
                  <a:lnTo>
                    <a:pt x="7155548" y="4436999"/>
                  </a:lnTo>
                  <a:lnTo>
                    <a:pt x="7151548" y="4445495"/>
                  </a:lnTo>
                  <a:lnTo>
                    <a:pt x="7146772" y="4453483"/>
                  </a:lnTo>
                  <a:lnTo>
                    <a:pt x="7141223" y="4460951"/>
                  </a:lnTo>
                  <a:lnTo>
                    <a:pt x="7138175" y="4464316"/>
                  </a:lnTo>
                  <a:lnTo>
                    <a:pt x="7152297" y="4477067"/>
                  </a:lnTo>
                  <a:lnTo>
                    <a:pt x="7173150" y="4444301"/>
                  </a:lnTo>
                  <a:lnTo>
                    <a:pt x="7176960" y="4433684"/>
                  </a:lnTo>
                  <a:lnTo>
                    <a:pt x="7179310" y="4424337"/>
                  </a:lnTo>
                  <a:close/>
                </a:path>
                <a:path w="7181850" h="4514850">
                  <a:moveTo>
                    <a:pt x="7180631" y="98463"/>
                  </a:moveTo>
                  <a:lnTo>
                    <a:pt x="7168350" y="60375"/>
                  </a:lnTo>
                  <a:lnTo>
                    <a:pt x="7157974" y="44551"/>
                  </a:lnTo>
                  <a:lnTo>
                    <a:pt x="7142912" y="56184"/>
                  </a:lnTo>
                  <a:lnTo>
                    <a:pt x="7146772" y="61379"/>
                  </a:lnTo>
                  <a:lnTo>
                    <a:pt x="7151548" y="69354"/>
                  </a:lnTo>
                  <a:lnTo>
                    <a:pt x="7155548" y="77851"/>
                  </a:lnTo>
                  <a:lnTo>
                    <a:pt x="7158723" y="86702"/>
                  </a:lnTo>
                  <a:lnTo>
                    <a:pt x="7160996" y="95719"/>
                  </a:lnTo>
                  <a:lnTo>
                    <a:pt x="7161784" y="101104"/>
                  </a:lnTo>
                  <a:lnTo>
                    <a:pt x="7180631" y="98463"/>
                  </a:lnTo>
                  <a:close/>
                </a:path>
                <a:path w="7181850" h="4514850">
                  <a:moveTo>
                    <a:pt x="7181850" y="4330166"/>
                  </a:moveTo>
                  <a:lnTo>
                    <a:pt x="7162800" y="4330166"/>
                  </a:lnTo>
                  <a:lnTo>
                    <a:pt x="7162800" y="4387316"/>
                  </a:lnTo>
                  <a:lnTo>
                    <a:pt x="7181850" y="4387316"/>
                  </a:lnTo>
                  <a:lnTo>
                    <a:pt x="7181850" y="4330166"/>
                  </a:lnTo>
                  <a:close/>
                </a:path>
                <a:path w="7181850" h="4514850">
                  <a:moveTo>
                    <a:pt x="7181850" y="4234840"/>
                  </a:moveTo>
                  <a:lnTo>
                    <a:pt x="7162800" y="4234840"/>
                  </a:lnTo>
                  <a:lnTo>
                    <a:pt x="7162800" y="4291990"/>
                  </a:lnTo>
                  <a:lnTo>
                    <a:pt x="7181850" y="4291990"/>
                  </a:lnTo>
                  <a:lnTo>
                    <a:pt x="7181850" y="4234840"/>
                  </a:lnTo>
                  <a:close/>
                </a:path>
                <a:path w="7181850" h="4514850">
                  <a:moveTo>
                    <a:pt x="7181850" y="4139514"/>
                  </a:moveTo>
                  <a:lnTo>
                    <a:pt x="7162800" y="4139514"/>
                  </a:lnTo>
                  <a:lnTo>
                    <a:pt x="7162800" y="4196664"/>
                  </a:lnTo>
                  <a:lnTo>
                    <a:pt x="7181850" y="4196664"/>
                  </a:lnTo>
                  <a:lnTo>
                    <a:pt x="7181850" y="4139514"/>
                  </a:lnTo>
                  <a:close/>
                </a:path>
                <a:path w="7181850" h="4514850">
                  <a:moveTo>
                    <a:pt x="7181850" y="4044188"/>
                  </a:moveTo>
                  <a:lnTo>
                    <a:pt x="7162800" y="4044188"/>
                  </a:lnTo>
                  <a:lnTo>
                    <a:pt x="7162800" y="4101338"/>
                  </a:lnTo>
                  <a:lnTo>
                    <a:pt x="7181850" y="4101338"/>
                  </a:lnTo>
                  <a:lnTo>
                    <a:pt x="7181850" y="4044188"/>
                  </a:lnTo>
                  <a:close/>
                </a:path>
                <a:path w="7181850" h="4514850">
                  <a:moveTo>
                    <a:pt x="7181850" y="3948861"/>
                  </a:moveTo>
                  <a:lnTo>
                    <a:pt x="7162800" y="3948861"/>
                  </a:lnTo>
                  <a:lnTo>
                    <a:pt x="7162800" y="4006011"/>
                  </a:lnTo>
                  <a:lnTo>
                    <a:pt x="7181850" y="4006011"/>
                  </a:lnTo>
                  <a:lnTo>
                    <a:pt x="7181850" y="3948861"/>
                  </a:lnTo>
                  <a:close/>
                </a:path>
                <a:path w="7181850" h="4514850">
                  <a:moveTo>
                    <a:pt x="7181850" y="3853535"/>
                  </a:moveTo>
                  <a:lnTo>
                    <a:pt x="7162800" y="3853535"/>
                  </a:lnTo>
                  <a:lnTo>
                    <a:pt x="7162800" y="3910685"/>
                  </a:lnTo>
                  <a:lnTo>
                    <a:pt x="7181850" y="3910685"/>
                  </a:lnTo>
                  <a:lnTo>
                    <a:pt x="7181850" y="3853535"/>
                  </a:lnTo>
                  <a:close/>
                </a:path>
                <a:path w="7181850" h="4514850">
                  <a:moveTo>
                    <a:pt x="7181850" y="3758196"/>
                  </a:moveTo>
                  <a:lnTo>
                    <a:pt x="7162800" y="3758196"/>
                  </a:lnTo>
                  <a:lnTo>
                    <a:pt x="7162800" y="3815346"/>
                  </a:lnTo>
                  <a:lnTo>
                    <a:pt x="7181850" y="3815346"/>
                  </a:lnTo>
                  <a:lnTo>
                    <a:pt x="7181850" y="3758196"/>
                  </a:lnTo>
                  <a:close/>
                </a:path>
                <a:path w="7181850" h="4514850">
                  <a:moveTo>
                    <a:pt x="7181850" y="3662870"/>
                  </a:moveTo>
                  <a:lnTo>
                    <a:pt x="7162800" y="3662870"/>
                  </a:lnTo>
                  <a:lnTo>
                    <a:pt x="7162800" y="3720020"/>
                  </a:lnTo>
                  <a:lnTo>
                    <a:pt x="7181850" y="3720020"/>
                  </a:lnTo>
                  <a:lnTo>
                    <a:pt x="7181850" y="3662870"/>
                  </a:lnTo>
                  <a:close/>
                </a:path>
                <a:path w="7181850" h="4514850">
                  <a:moveTo>
                    <a:pt x="7181850" y="3567544"/>
                  </a:moveTo>
                  <a:lnTo>
                    <a:pt x="7162800" y="3567544"/>
                  </a:lnTo>
                  <a:lnTo>
                    <a:pt x="7162800" y="3624694"/>
                  </a:lnTo>
                  <a:lnTo>
                    <a:pt x="7181850" y="3624694"/>
                  </a:lnTo>
                  <a:lnTo>
                    <a:pt x="7181850" y="3567544"/>
                  </a:lnTo>
                  <a:close/>
                </a:path>
                <a:path w="7181850" h="4514850">
                  <a:moveTo>
                    <a:pt x="7181850" y="3472218"/>
                  </a:moveTo>
                  <a:lnTo>
                    <a:pt x="7162800" y="3472218"/>
                  </a:lnTo>
                  <a:lnTo>
                    <a:pt x="7162800" y="3529368"/>
                  </a:lnTo>
                  <a:lnTo>
                    <a:pt x="7181850" y="3529368"/>
                  </a:lnTo>
                  <a:lnTo>
                    <a:pt x="7181850" y="3472218"/>
                  </a:lnTo>
                  <a:close/>
                </a:path>
                <a:path w="7181850" h="4514850">
                  <a:moveTo>
                    <a:pt x="7181850" y="3376892"/>
                  </a:moveTo>
                  <a:lnTo>
                    <a:pt x="7162800" y="3376892"/>
                  </a:lnTo>
                  <a:lnTo>
                    <a:pt x="7162800" y="3434042"/>
                  </a:lnTo>
                  <a:lnTo>
                    <a:pt x="7181850" y="3434042"/>
                  </a:lnTo>
                  <a:lnTo>
                    <a:pt x="7181850" y="3376892"/>
                  </a:lnTo>
                  <a:close/>
                </a:path>
                <a:path w="7181850" h="4514850">
                  <a:moveTo>
                    <a:pt x="7181850" y="3281565"/>
                  </a:moveTo>
                  <a:lnTo>
                    <a:pt x="7162800" y="3281565"/>
                  </a:lnTo>
                  <a:lnTo>
                    <a:pt x="7162800" y="3338715"/>
                  </a:lnTo>
                  <a:lnTo>
                    <a:pt x="7181850" y="3338715"/>
                  </a:lnTo>
                  <a:lnTo>
                    <a:pt x="7181850" y="3281565"/>
                  </a:lnTo>
                  <a:close/>
                </a:path>
                <a:path w="7181850" h="4514850">
                  <a:moveTo>
                    <a:pt x="7181850" y="3186226"/>
                  </a:moveTo>
                  <a:lnTo>
                    <a:pt x="7162800" y="3186226"/>
                  </a:lnTo>
                  <a:lnTo>
                    <a:pt x="7162800" y="3243376"/>
                  </a:lnTo>
                  <a:lnTo>
                    <a:pt x="7181850" y="3243376"/>
                  </a:lnTo>
                  <a:lnTo>
                    <a:pt x="7181850" y="3186226"/>
                  </a:lnTo>
                  <a:close/>
                </a:path>
                <a:path w="7181850" h="4514850">
                  <a:moveTo>
                    <a:pt x="7181850" y="3090900"/>
                  </a:moveTo>
                  <a:lnTo>
                    <a:pt x="7162800" y="3090900"/>
                  </a:lnTo>
                  <a:lnTo>
                    <a:pt x="7162800" y="3148050"/>
                  </a:lnTo>
                  <a:lnTo>
                    <a:pt x="7181850" y="3148050"/>
                  </a:lnTo>
                  <a:lnTo>
                    <a:pt x="7181850" y="3090900"/>
                  </a:lnTo>
                  <a:close/>
                </a:path>
                <a:path w="7181850" h="4514850">
                  <a:moveTo>
                    <a:pt x="7181850" y="2995574"/>
                  </a:moveTo>
                  <a:lnTo>
                    <a:pt x="7162800" y="2995574"/>
                  </a:lnTo>
                  <a:lnTo>
                    <a:pt x="7162800" y="3052724"/>
                  </a:lnTo>
                  <a:lnTo>
                    <a:pt x="7181850" y="3052724"/>
                  </a:lnTo>
                  <a:lnTo>
                    <a:pt x="7181850" y="2995574"/>
                  </a:lnTo>
                  <a:close/>
                </a:path>
                <a:path w="7181850" h="4514850">
                  <a:moveTo>
                    <a:pt x="7181850" y="2900248"/>
                  </a:moveTo>
                  <a:lnTo>
                    <a:pt x="7162800" y="2900248"/>
                  </a:lnTo>
                  <a:lnTo>
                    <a:pt x="7162800" y="2957398"/>
                  </a:lnTo>
                  <a:lnTo>
                    <a:pt x="7181850" y="2957398"/>
                  </a:lnTo>
                  <a:lnTo>
                    <a:pt x="7181850" y="2900248"/>
                  </a:lnTo>
                  <a:close/>
                </a:path>
                <a:path w="7181850" h="4514850">
                  <a:moveTo>
                    <a:pt x="7181850" y="2804922"/>
                  </a:moveTo>
                  <a:lnTo>
                    <a:pt x="7162800" y="2804922"/>
                  </a:lnTo>
                  <a:lnTo>
                    <a:pt x="7162800" y="2862072"/>
                  </a:lnTo>
                  <a:lnTo>
                    <a:pt x="7181850" y="2862072"/>
                  </a:lnTo>
                  <a:lnTo>
                    <a:pt x="7181850" y="2804922"/>
                  </a:lnTo>
                  <a:close/>
                </a:path>
                <a:path w="7181850" h="4514850">
                  <a:moveTo>
                    <a:pt x="7181850" y="2709595"/>
                  </a:moveTo>
                  <a:lnTo>
                    <a:pt x="7162800" y="2709595"/>
                  </a:lnTo>
                  <a:lnTo>
                    <a:pt x="7162800" y="2766733"/>
                  </a:lnTo>
                  <a:lnTo>
                    <a:pt x="7181850" y="2766733"/>
                  </a:lnTo>
                  <a:lnTo>
                    <a:pt x="7181850" y="2709595"/>
                  </a:lnTo>
                  <a:close/>
                </a:path>
                <a:path w="7181850" h="4514850">
                  <a:moveTo>
                    <a:pt x="7181850" y="2614257"/>
                  </a:moveTo>
                  <a:lnTo>
                    <a:pt x="7162800" y="2614257"/>
                  </a:lnTo>
                  <a:lnTo>
                    <a:pt x="7162800" y="2671407"/>
                  </a:lnTo>
                  <a:lnTo>
                    <a:pt x="7181850" y="2671407"/>
                  </a:lnTo>
                  <a:lnTo>
                    <a:pt x="7181850" y="2614257"/>
                  </a:lnTo>
                  <a:close/>
                </a:path>
                <a:path w="7181850" h="4514850">
                  <a:moveTo>
                    <a:pt x="7181850" y="2518930"/>
                  </a:moveTo>
                  <a:lnTo>
                    <a:pt x="7162800" y="2518930"/>
                  </a:lnTo>
                  <a:lnTo>
                    <a:pt x="7162800" y="2576080"/>
                  </a:lnTo>
                  <a:lnTo>
                    <a:pt x="7181850" y="2576080"/>
                  </a:lnTo>
                  <a:lnTo>
                    <a:pt x="7181850" y="2518930"/>
                  </a:lnTo>
                  <a:close/>
                </a:path>
                <a:path w="7181850" h="4514850">
                  <a:moveTo>
                    <a:pt x="7181850" y="2423604"/>
                  </a:moveTo>
                  <a:lnTo>
                    <a:pt x="7162800" y="2423604"/>
                  </a:lnTo>
                  <a:lnTo>
                    <a:pt x="7162800" y="2480754"/>
                  </a:lnTo>
                  <a:lnTo>
                    <a:pt x="7181850" y="2480754"/>
                  </a:lnTo>
                  <a:lnTo>
                    <a:pt x="7181850" y="2423604"/>
                  </a:lnTo>
                  <a:close/>
                </a:path>
                <a:path w="7181850" h="4514850">
                  <a:moveTo>
                    <a:pt x="7181850" y="2328278"/>
                  </a:moveTo>
                  <a:lnTo>
                    <a:pt x="7162800" y="2328278"/>
                  </a:lnTo>
                  <a:lnTo>
                    <a:pt x="7162800" y="2385428"/>
                  </a:lnTo>
                  <a:lnTo>
                    <a:pt x="7181850" y="2385428"/>
                  </a:lnTo>
                  <a:lnTo>
                    <a:pt x="7181850" y="2328278"/>
                  </a:lnTo>
                  <a:close/>
                </a:path>
                <a:path w="7181850" h="4514850">
                  <a:moveTo>
                    <a:pt x="7181850" y="2232952"/>
                  </a:moveTo>
                  <a:lnTo>
                    <a:pt x="7162800" y="2232952"/>
                  </a:lnTo>
                  <a:lnTo>
                    <a:pt x="7162800" y="2290102"/>
                  </a:lnTo>
                  <a:lnTo>
                    <a:pt x="7181850" y="2290102"/>
                  </a:lnTo>
                  <a:lnTo>
                    <a:pt x="7181850" y="2232952"/>
                  </a:lnTo>
                  <a:close/>
                </a:path>
                <a:path w="7181850" h="4514850">
                  <a:moveTo>
                    <a:pt x="7181850" y="2137613"/>
                  </a:moveTo>
                  <a:lnTo>
                    <a:pt x="7162800" y="2137613"/>
                  </a:lnTo>
                  <a:lnTo>
                    <a:pt x="7162800" y="2194763"/>
                  </a:lnTo>
                  <a:lnTo>
                    <a:pt x="7181850" y="2194763"/>
                  </a:lnTo>
                  <a:lnTo>
                    <a:pt x="7181850" y="2137613"/>
                  </a:lnTo>
                  <a:close/>
                </a:path>
                <a:path w="7181850" h="4514850">
                  <a:moveTo>
                    <a:pt x="7181850" y="2042287"/>
                  </a:moveTo>
                  <a:lnTo>
                    <a:pt x="7162800" y="2042287"/>
                  </a:lnTo>
                  <a:lnTo>
                    <a:pt x="7162800" y="2099437"/>
                  </a:lnTo>
                  <a:lnTo>
                    <a:pt x="7181850" y="2099437"/>
                  </a:lnTo>
                  <a:lnTo>
                    <a:pt x="7181850" y="2042287"/>
                  </a:lnTo>
                  <a:close/>
                </a:path>
                <a:path w="7181850" h="4514850">
                  <a:moveTo>
                    <a:pt x="7181850" y="1946960"/>
                  </a:moveTo>
                  <a:lnTo>
                    <a:pt x="7162800" y="1946960"/>
                  </a:lnTo>
                  <a:lnTo>
                    <a:pt x="7162800" y="2004110"/>
                  </a:lnTo>
                  <a:lnTo>
                    <a:pt x="7181850" y="2004110"/>
                  </a:lnTo>
                  <a:lnTo>
                    <a:pt x="7181850" y="1946960"/>
                  </a:lnTo>
                  <a:close/>
                </a:path>
                <a:path w="7181850" h="4514850">
                  <a:moveTo>
                    <a:pt x="7181850" y="1851634"/>
                  </a:moveTo>
                  <a:lnTo>
                    <a:pt x="7162800" y="1851634"/>
                  </a:lnTo>
                  <a:lnTo>
                    <a:pt x="7162800" y="1908784"/>
                  </a:lnTo>
                  <a:lnTo>
                    <a:pt x="7181850" y="1908784"/>
                  </a:lnTo>
                  <a:lnTo>
                    <a:pt x="7181850" y="1851634"/>
                  </a:lnTo>
                  <a:close/>
                </a:path>
                <a:path w="7181850" h="4514850">
                  <a:moveTo>
                    <a:pt x="7181850" y="1756308"/>
                  </a:moveTo>
                  <a:lnTo>
                    <a:pt x="7162800" y="1756308"/>
                  </a:lnTo>
                  <a:lnTo>
                    <a:pt x="7162800" y="1813458"/>
                  </a:lnTo>
                  <a:lnTo>
                    <a:pt x="7181850" y="1813458"/>
                  </a:lnTo>
                  <a:lnTo>
                    <a:pt x="7181850" y="1756308"/>
                  </a:lnTo>
                  <a:close/>
                </a:path>
                <a:path w="7181850" h="4514850">
                  <a:moveTo>
                    <a:pt x="7181850" y="1660982"/>
                  </a:moveTo>
                  <a:lnTo>
                    <a:pt x="7162800" y="1660982"/>
                  </a:lnTo>
                  <a:lnTo>
                    <a:pt x="7162800" y="1718132"/>
                  </a:lnTo>
                  <a:lnTo>
                    <a:pt x="7181850" y="1718132"/>
                  </a:lnTo>
                  <a:lnTo>
                    <a:pt x="7181850" y="1660982"/>
                  </a:lnTo>
                  <a:close/>
                </a:path>
                <a:path w="7181850" h="4514850">
                  <a:moveTo>
                    <a:pt x="7181850" y="1565643"/>
                  </a:moveTo>
                  <a:lnTo>
                    <a:pt x="7162800" y="1565643"/>
                  </a:lnTo>
                  <a:lnTo>
                    <a:pt x="7162800" y="1622793"/>
                  </a:lnTo>
                  <a:lnTo>
                    <a:pt x="7181850" y="1622793"/>
                  </a:lnTo>
                  <a:lnTo>
                    <a:pt x="7181850" y="1565643"/>
                  </a:lnTo>
                  <a:close/>
                </a:path>
                <a:path w="7181850" h="4514850">
                  <a:moveTo>
                    <a:pt x="7181850" y="1470317"/>
                  </a:moveTo>
                  <a:lnTo>
                    <a:pt x="7162800" y="1470317"/>
                  </a:lnTo>
                  <a:lnTo>
                    <a:pt x="7162800" y="1527467"/>
                  </a:lnTo>
                  <a:lnTo>
                    <a:pt x="7181850" y="1527467"/>
                  </a:lnTo>
                  <a:lnTo>
                    <a:pt x="7181850" y="1470317"/>
                  </a:lnTo>
                  <a:close/>
                </a:path>
                <a:path w="7181850" h="4514850">
                  <a:moveTo>
                    <a:pt x="7181850" y="1374990"/>
                  </a:moveTo>
                  <a:lnTo>
                    <a:pt x="7162800" y="1374990"/>
                  </a:lnTo>
                  <a:lnTo>
                    <a:pt x="7162800" y="1432140"/>
                  </a:lnTo>
                  <a:lnTo>
                    <a:pt x="7181850" y="1432140"/>
                  </a:lnTo>
                  <a:lnTo>
                    <a:pt x="7181850" y="1374990"/>
                  </a:lnTo>
                  <a:close/>
                </a:path>
                <a:path w="7181850" h="4514850">
                  <a:moveTo>
                    <a:pt x="7181850" y="1279664"/>
                  </a:moveTo>
                  <a:lnTo>
                    <a:pt x="7162800" y="1279664"/>
                  </a:lnTo>
                  <a:lnTo>
                    <a:pt x="7162800" y="1336814"/>
                  </a:lnTo>
                  <a:lnTo>
                    <a:pt x="7181850" y="1336814"/>
                  </a:lnTo>
                  <a:lnTo>
                    <a:pt x="7181850" y="1279664"/>
                  </a:lnTo>
                  <a:close/>
                </a:path>
                <a:path w="7181850" h="4514850">
                  <a:moveTo>
                    <a:pt x="7181850" y="1184338"/>
                  </a:moveTo>
                  <a:lnTo>
                    <a:pt x="7162800" y="1184338"/>
                  </a:lnTo>
                  <a:lnTo>
                    <a:pt x="7162800" y="1241488"/>
                  </a:lnTo>
                  <a:lnTo>
                    <a:pt x="7181850" y="1241488"/>
                  </a:lnTo>
                  <a:lnTo>
                    <a:pt x="7181850" y="1184338"/>
                  </a:lnTo>
                  <a:close/>
                </a:path>
                <a:path w="7181850" h="4514850">
                  <a:moveTo>
                    <a:pt x="7181850" y="1089012"/>
                  </a:moveTo>
                  <a:lnTo>
                    <a:pt x="7162800" y="1089012"/>
                  </a:lnTo>
                  <a:lnTo>
                    <a:pt x="7162800" y="1146162"/>
                  </a:lnTo>
                  <a:lnTo>
                    <a:pt x="7181850" y="1146162"/>
                  </a:lnTo>
                  <a:lnTo>
                    <a:pt x="7181850" y="1089012"/>
                  </a:lnTo>
                  <a:close/>
                </a:path>
                <a:path w="7181850" h="4514850">
                  <a:moveTo>
                    <a:pt x="7181850" y="993673"/>
                  </a:moveTo>
                  <a:lnTo>
                    <a:pt x="7162800" y="993673"/>
                  </a:lnTo>
                  <a:lnTo>
                    <a:pt x="7162800" y="1050823"/>
                  </a:lnTo>
                  <a:lnTo>
                    <a:pt x="7181850" y="1050823"/>
                  </a:lnTo>
                  <a:lnTo>
                    <a:pt x="7181850" y="993673"/>
                  </a:lnTo>
                  <a:close/>
                </a:path>
                <a:path w="7181850" h="4514850">
                  <a:moveTo>
                    <a:pt x="7181850" y="898347"/>
                  </a:moveTo>
                  <a:lnTo>
                    <a:pt x="7162800" y="898347"/>
                  </a:lnTo>
                  <a:lnTo>
                    <a:pt x="7162800" y="955497"/>
                  </a:lnTo>
                  <a:lnTo>
                    <a:pt x="7181850" y="955497"/>
                  </a:lnTo>
                  <a:lnTo>
                    <a:pt x="7181850" y="898347"/>
                  </a:lnTo>
                  <a:close/>
                </a:path>
                <a:path w="7181850" h="4514850">
                  <a:moveTo>
                    <a:pt x="7181850" y="803021"/>
                  </a:moveTo>
                  <a:lnTo>
                    <a:pt x="7162800" y="803021"/>
                  </a:lnTo>
                  <a:lnTo>
                    <a:pt x="7162800" y="860171"/>
                  </a:lnTo>
                  <a:lnTo>
                    <a:pt x="7181850" y="860171"/>
                  </a:lnTo>
                  <a:lnTo>
                    <a:pt x="7181850" y="803021"/>
                  </a:lnTo>
                  <a:close/>
                </a:path>
                <a:path w="7181850" h="4514850">
                  <a:moveTo>
                    <a:pt x="7181850" y="707694"/>
                  </a:moveTo>
                  <a:lnTo>
                    <a:pt x="7162800" y="707694"/>
                  </a:lnTo>
                  <a:lnTo>
                    <a:pt x="7162800" y="764844"/>
                  </a:lnTo>
                  <a:lnTo>
                    <a:pt x="7181850" y="764844"/>
                  </a:lnTo>
                  <a:lnTo>
                    <a:pt x="7181850" y="707694"/>
                  </a:lnTo>
                  <a:close/>
                </a:path>
                <a:path w="7181850" h="4514850">
                  <a:moveTo>
                    <a:pt x="7181850" y="612368"/>
                  </a:moveTo>
                  <a:lnTo>
                    <a:pt x="7162800" y="612368"/>
                  </a:lnTo>
                  <a:lnTo>
                    <a:pt x="7162800" y="669518"/>
                  </a:lnTo>
                  <a:lnTo>
                    <a:pt x="7181850" y="669518"/>
                  </a:lnTo>
                  <a:lnTo>
                    <a:pt x="7181850" y="612368"/>
                  </a:lnTo>
                  <a:close/>
                </a:path>
                <a:path w="7181850" h="4514850">
                  <a:moveTo>
                    <a:pt x="7181850" y="517042"/>
                  </a:moveTo>
                  <a:lnTo>
                    <a:pt x="7162800" y="517042"/>
                  </a:lnTo>
                  <a:lnTo>
                    <a:pt x="7162800" y="574192"/>
                  </a:lnTo>
                  <a:lnTo>
                    <a:pt x="7181850" y="574192"/>
                  </a:lnTo>
                  <a:lnTo>
                    <a:pt x="7181850" y="517042"/>
                  </a:lnTo>
                  <a:close/>
                </a:path>
                <a:path w="7181850" h="4514850">
                  <a:moveTo>
                    <a:pt x="7181850" y="421703"/>
                  </a:moveTo>
                  <a:lnTo>
                    <a:pt x="7162800" y="421703"/>
                  </a:lnTo>
                  <a:lnTo>
                    <a:pt x="7162800" y="478853"/>
                  </a:lnTo>
                  <a:lnTo>
                    <a:pt x="7181850" y="478853"/>
                  </a:lnTo>
                  <a:lnTo>
                    <a:pt x="7181850" y="421703"/>
                  </a:lnTo>
                  <a:close/>
                </a:path>
                <a:path w="7181850" h="4514850">
                  <a:moveTo>
                    <a:pt x="7181850" y="326377"/>
                  </a:moveTo>
                  <a:lnTo>
                    <a:pt x="7162800" y="326377"/>
                  </a:lnTo>
                  <a:lnTo>
                    <a:pt x="7162800" y="383527"/>
                  </a:lnTo>
                  <a:lnTo>
                    <a:pt x="7181850" y="383527"/>
                  </a:lnTo>
                  <a:lnTo>
                    <a:pt x="7181850" y="326377"/>
                  </a:lnTo>
                  <a:close/>
                </a:path>
                <a:path w="7181850" h="4514850">
                  <a:moveTo>
                    <a:pt x="7181850" y="231051"/>
                  </a:moveTo>
                  <a:lnTo>
                    <a:pt x="7162800" y="231051"/>
                  </a:lnTo>
                  <a:lnTo>
                    <a:pt x="7162800" y="288201"/>
                  </a:lnTo>
                  <a:lnTo>
                    <a:pt x="7181850" y="288201"/>
                  </a:lnTo>
                  <a:lnTo>
                    <a:pt x="7181850" y="231051"/>
                  </a:lnTo>
                  <a:close/>
                </a:path>
                <a:path w="7181850" h="4514850">
                  <a:moveTo>
                    <a:pt x="7181850" y="135724"/>
                  </a:moveTo>
                  <a:lnTo>
                    <a:pt x="7162800" y="135724"/>
                  </a:lnTo>
                  <a:lnTo>
                    <a:pt x="7162800" y="192874"/>
                  </a:lnTo>
                  <a:lnTo>
                    <a:pt x="7181850" y="192874"/>
                  </a:lnTo>
                  <a:lnTo>
                    <a:pt x="7181850" y="135724"/>
                  </a:lnTo>
                  <a:close/>
                </a:path>
              </a:pathLst>
            </a:custGeom>
            <a:solidFill>
              <a:srgbClr val="2F36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33924" y="5476874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581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581024" y="0"/>
                  </a:lnTo>
                  <a:lnTo>
                    <a:pt x="622500" y="6150"/>
                  </a:lnTo>
                  <a:lnTo>
                    <a:pt x="660402" y="24078"/>
                  </a:lnTo>
                  <a:lnTo>
                    <a:pt x="691469" y="52234"/>
                  </a:lnTo>
                  <a:lnTo>
                    <a:pt x="713023" y="88198"/>
                  </a:lnTo>
                  <a:lnTo>
                    <a:pt x="723213" y="128870"/>
                  </a:lnTo>
                  <a:lnTo>
                    <a:pt x="723899" y="142874"/>
                  </a:lnTo>
                  <a:lnTo>
                    <a:pt x="723899" y="581024"/>
                  </a:lnTo>
                  <a:lnTo>
                    <a:pt x="717748" y="622499"/>
                  </a:lnTo>
                  <a:lnTo>
                    <a:pt x="699820" y="660401"/>
                  </a:lnTo>
                  <a:lnTo>
                    <a:pt x="671664" y="691470"/>
                  </a:lnTo>
                  <a:lnTo>
                    <a:pt x="635700" y="713023"/>
                  </a:lnTo>
                  <a:lnTo>
                    <a:pt x="595029" y="723213"/>
                  </a:lnTo>
                  <a:lnTo>
                    <a:pt x="581024" y="723899"/>
                  </a:lnTo>
                  <a:lnTo>
                    <a:pt x="142874" y="723899"/>
                  </a:lnTo>
                  <a:lnTo>
                    <a:pt x="101399" y="717748"/>
                  </a:lnTo>
                  <a:lnTo>
                    <a:pt x="63497" y="699821"/>
                  </a:lnTo>
                  <a:lnTo>
                    <a:pt x="32429" y="671664"/>
                  </a:lnTo>
                  <a:lnTo>
                    <a:pt x="10875" y="635700"/>
                  </a:lnTo>
                  <a:lnTo>
                    <a:pt x="685" y="595029"/>
                  </a:lnTo>
                  <a:lnTo>
                    <a:pt x="0" y="581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03513" y="5584189"/>
            <a:ext cx="2628265" cy="1107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59435" algn="ctr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58A6FF"/>
                </a:solidFill>
                <a:latin typeface="Courier New"/>
                <a:cs typeface="Courier New"/>
              </a:rPr>
              <a:t>+</a:t>
            </a:r>
            <a:endParaRPr sz="2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</a:pPr>
            <a:r>
              <a:rPr sz="1950" dirty="0">
                <a:solidFill>
                  <a:srgbClr val="E6ECF2"/>
                </a:solidFill>
                <a:latin typeface="Lucida Sans Unicode"/>
                <a:cs typeface="Lucida Sans Unicode"/>
              </a:rPr>
              <a:t>Paste</a:t>
            </a:r>
            <a:r>
              <a:rPr sz="195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your</a:t>
            </a:r>
            <a:r>
              <a:rPr sz="195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screenshot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03513" y="6712453"/>
            <a:ext cx="53848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here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9585" y="6901306"/>
            <a:ext cx="219710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dirty="0">
                <a:solidFill>
                  <a:srgbClr val="8B949D"/>
                </a:solidFill>
                <a:latin typeface="Courier New"/>
                <a:cs typeface="Courier New"/>
              </a:rPr>
              <a:t>Encrypted</a:t>
            </a:r>
            <a:r>
              <a:rPr sz="1350" spc="-3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8B949D"/>
                </a:solidFill>
                <a:latin typeface="Courier New"/>
                <a:cs typeface="Courier New"/>
              </a:rPr>
              <a:t>noise</a:t>
            </a:r>
            <a:r>
              <a:rPr sz="1350" spc="-3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50" spc="-20" dirty="0">
                <a:solidFill>
                  <a:srgbClr val="8B949D"/>
                </a:solidFill>
                <a:latin typeface="Courier New"/>
                <a:cs typeface="Courier New"/>
              </a:rPr>
              <a:t>share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72599" y="3428999"/>
            <a:ext cx="7639050" cy="5372100"/>
            <a:chOff x="9372599" y="3428999"/>
            <a:chExt cx="7639050" cy="5372100"/>
          </a:xfrm>
        </p:grpSpPr>
        <p:sp>
          <p:nvSpPr>
            <p:cNvPr id="17" name="object 17"/>
            <p:cNvSpPr/>
            <p:nvPr/>
          </p:nvSpPr>
          <p:spPr>
            <a:xfrm>
              <a:off x="9382124" y="3438696"/>
              <a:ext cx="7620000" cy="5353050"/>
            </a:xfrm>
            <a:custGeom>
              <a:avLst/>
              <a:gdLst/>
              <a:ahLst/>
              <a:cxnLst/>
              <a:rect l="l" t="t" r="r" b="b"/>
              <a:pathLst>
                <a:path w="7620000" h="5353050">
                  <a:moveTo>
                    <a:pt x="7484142" y="5352706"/>
                  </a:moveTo>
                  <a:lnTo>
                    <a:pt x="135855" y="5352705"/>
                  </a:lnTo>
                  <a:lnTo>
                    <a:pt x="94749" y="5344528"/>
                  </a:lnTo>
                  <a:lnTo>
                    <a:pt x="57756" y="5324755"/>
                  </a:lnTo>
                  <a:lnTo>
                    <a:pt x="28120" y="5295119"/>
                  </a:lnTo>
                  <a:lnTo>
                    <a:pt x="8347" y="5258127"/>
                  </a:lnTo>
                  <a:lnTo>
                    <a:pt x="171" y="5217021"/>
                  </a:lnTo>
                  <a:lnTo>
                    <a:pt x="0" y="52100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484142" y="0"/>
                  </a:lnTo>
                  <a:lnTo>
                    <a:pt x="7498078" y="1372"/>
                  </a:lnTo>
                  <a:lnTo>
                    <a:pt x="7538216" y="13548"/>
                  </a:lnTo>
                  <a:lnTo>
                    <a:pt x="7573065" y="36833"/>
                  </a:lnTo>
                  <a:lnTo>
                    <a:pt x="7599675" y="69257"/>
                  </a:lnTo>
                  <a:lnTo>
                    <a:pt x="7615714" y="107978"/>
                  </a:lnTo>
                  <a:lnTo>
                    <a:pt x="7619827" y="135684"/>
                  </a:lnTo>
                  <a:lnTo>
                    <a:pt x="7619827" y="5217021"/>
                  </a:lnTo>
                  <a:lnTo>
                    <a:pt x="7611649" y="5258127"/>
                  </a:lnTo>
                  <a:lnTo>
                    <a:pt x="7591876" y="5295119"/>
                  </a:lnTo>
                  <a:lnTo>
                    <a:pt x="7562240" y="5324756"/>
                  </a:lnTo>
                  <a:lnTo>
                    <a:pt x="7525247" y="5344528"/>
                  </a:lnTo>
                  <a:lnTo>
                    <a:pt x="7484142" y="53527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82124" y="3438524"/>
              <a:ext cx="7620000" cy="5353050"/>
            </a:xfrm>
            <a:custGeom>
              <a:avLst/>
              <a:gdLst/>
              <a:ahLst/>
              <a:cxnLst/>
              <a:rect l="l" t="t" r="r" b="b"/>
              <a:pathLst>
                <a:path w="7620000" h="5353050">
                  <a:moveTo>
                    <a:pt x="0" y="52101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477124" y="0"/>
                  </a:lnTo>
                  <a:lnTo>
                    <a:pt x="7518596" y="6150"/>
                  </a:lnTo>
                  <a:lnTo>
                    <a:pt x="7556499" y="24078"/>
                  </a:lnTo>
                  <a:lnTo>
                    <a:pt x="7587567" y="52234"/>
                  </a:lnTo>
                  <a:lnTo>
                    <a:pt x="7609122" y="88198"/>
                  </a:lnTo>
                  <a:lnTo>
                    <a:pt x="7619312" y="128870"/>
                  </a:lnTo>
                  <a:lnTo>
                    <a:pt x="7619999" y="142874"/>
                  </a:lnTo>
                  <a:lnTo>
                    <a:pt x="7619999" y="5210174"/>
                  </a:lnTo>
                  <a:lnTo>
                    <a:pt x="7613846" y="5251648"/>
                  </a:lnTo>
                  <a:lnTo>
                    <a:pt x="7595918" y="5289550"/>
                  </a:lnTo>
                  <a:lnTo>
                    <a:pt x="7567762" y="5320619"/>
                  </a:lnTo>
                  <a:lnTo>
                    <a:pt x="7531797" y="5342172"/>
                  </a:lnTo>
                  <a:lnTo>
                    <a:pt x="7491127" y="5352362"/>
                  </a:lnTo>
                  <a:lnTo>
                    <a:pt x="7477124" y="5353049"/>
                  </a:lnTo>
                  <a:lnTo>
                    <a:pt x="142874" y="5353049"/>
                  </a:lnTo>
                  <a:lnTo>
                    <a:pt x="101399" y="5346897"/>
                  </a:lnTo>
                  <a:lnTo>
                    <a:pt x="63497" y="5328969"/>
                  </a:lnTo>
                  <a:lnTo>
                    <a:pt x="32429" y="5300813"/>
                  </a:lnTo>
                  <a:lnTo>
                    <a:pt x="10874" y="5264849"/>
                  </a:lnTo>
                  <a:lnTo>
                    <a:pt x="686" y="5224178"/>
                  </a:lnTo>
                  <a:lnTo>
                    <a:pt x="0" y="52101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86416" y="3681857"/>
            <a:ext cx="358457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N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S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U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D</a:t>
            </a:r>
            <a:r>
              <a:rPr sz="1350" spc="-13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—</a:t>
            </a:r>
            <a:r>
              <a:rPr sz="1350" spc="-130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I</a:t>
            </a:r>
            <a:r>
              <a:rPr sz="135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N</a:t>
            </a:r>
            <a:r>
              <a:rPr sz="1350" spc="-13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B</a:t>
            </a:r>
            <a:r>
              <a:rPr sz="1350" spc="-53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W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S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35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01200" y="4057649"/>
            <a:ext cx="7181850" cy="4514850"/>
            <a:chOff x="9601200" y="4057649"/>
            <a:chExt cx="7181850" cy="4514850"/>
          </a:xfrm>
        </p:grpSpPr>
        <p:sp>
          <p:nvSpPr>
            <p:cNvPr id="21" name="object 21"/>
            <p:cNvSpPr/>
            <p:nvPr/>
          </p:nvSpPr>
          <p:spPr>
            <a:xfrm>
              <a:off x="9601188" y="4057649"/>
              <a:ext cx="7181850" cy="4514850"/>
            </a:xfrm>
            <a:custGeom>
              <a:avLst/>
              <a:gdLst/>
              <a:ahLst/>
              <a:cxnLst/>
              <a:rect l="l" t="t" r="r" b="b"/>
              <a:pathLst>
                <a:path w="7181850" h="4514850">
                  <a:moveTo>
                    <a:pt x="19050" y="4281348"/>
                  </a:moveTo>
                  <a:lnTo>
                    <a:pt x="0" y="4281348"/>
                  </a:lnTo>
                  <a:lnTo>
                    <a:pt x="0" y="4338498"/>
                  </a:lnTo>
                  <a:lnTo>
                    <a:pt x="19050" y="4338498"/>
                  </a:lnTo>
                  <a:lnTo>
                    <a:pt x="19050" y="4281348"/>
                  </a:lnTo>
                  <a:close/>
                </a:path>
                <a:path w="7181850" h="4514850">
                  <a:moveTo>
                    <a:pt x="19050" y="4186021"/>
                  </a:moveTo>
                  <a:lnTo>
                    <a:pt x="0" y="4186021"/>
                  </a:lnTo>
                  <a:lnTo>
                    <a:pt x="0" y="4243171"/>
                  </a:lnTo>
                  <a:lnTo>
                    <a:pt x="19050" y="4243171"/>
                  </a:lnTo>
                  <a:lnTo>
                    <a:pt x="19050" y="4186021"/>
                  </a:lnTo>
                  <a:close/>
                </a:path>
                <a:path w="7181850" h="4514850">
                  <a:moveTo>
                    <a:pt x="19050" y="4090695"/>
                  </a:moveTo>
                  <a:lnTo>
                    <a:pt x="0" y="4090695"/>
                  </a:lnTo>
                  <a:lnTo>
                    <a:pt x="0" y="4147845"/>
                  </a:lnTo>
                  <a:lnTo>
                    <a:pt x="19050" y="4147845"/>
                  </a:lnTo>
                  <a:lnTo>
                    <a:pt x="19050" y="4090695"/>
                  </a:lnTo>
                  <a:close/>
                </a:path>
                <a:path w="7181850" h="4514850">
                  <a:moveTo>
                    <a:pt x="19050" y="3995369"/>
                  </a:moveTo>
                  <a:lnTo>
                    <a:pt x="0" y="3995369"/>
                  </a:lnTo>
                  <a:lnTo>
                    <a:pt x="0" y="4052519"/>
                  </a:lnTo>
                  <a:lnTo>
                    <a:pt x="19050" y="4052519"/>
                  </a:lnTo>
                  <a:lnTo>
                    <a:pt x="19050" y="3995369"/>
                  </a:lnTo>
                  <a:close/>
                </a:path>
                <a:path w="7181850" h="4514850">
                  <a:moveTo>
                    <a:pt x="19050" y="3900030"/>
                  </a:moveTo>
                  <a:lnTo>
                    <a:pt x="0" y="3900030"/>
                  </a:lnTo>
                  <a:lnTo>
                    <a:pt x="0" y="3957180"/>
                  </a:lnTo>
                  <a:lnTo>
                    <a:pt x="19050" y="3957180"/>
                  </a:lnTo>
                  <a:lnTo>
                    <a:pt x="19050" y="3900030"/>
                  </a:lnTo>
                  <a:close/>
                </a:path>
                <a:path w="7181850" h="4514850">
                  <a:moveTo>
                    <a:pt x="19050" y="3804704"/>
                  </a:moveTo>
                  <a:lnTo>
                    <a:pt x="0" y="3804704"/>
                  </a:lnTo>
                  <a:lnTo>
                    <a:pt x="0" y="3861854"/>
                  </a:lnTo>
                  <a:lnTo>
                    <a:pt x="19050" y="3861854"/>
                  </a:lnTo>
                  <a:lnTo>
                    <a:pt x="19050" y="3804704"/>
                  </a:lnTo>
                  <a:close/>
                </a:path>
                <a:path w="7181850" h="4514850">
                  <a:moveTo>
                    <a:pt x="19050" y="3709378"/>
                  </a:moveTo>
                  <a:lnTo>
                    <a:pt x="0" y="3709378"/>
                  </a:lnTo>
                  <a:lnTo>
                    <a:pt x="0" y="3766528"/>
                  </a:lnTo>
                  <a:lnTo>
                    <a:pt x="19050" y="3766528"/>
                  </a:lnTo>
                  <a:lnTo>
                    <a:pt x="19050" y="3709378"/>
                  </a:lnTo>
                  <a:close/>
                </a:path>
                <a:path w="7181850" h="4514850">
                  <a:moveTo>
                    <a:pt x="19050" y="3614051"/>
                  </a:moveTo>
                  <a:lnTo>
                    <a:pt x="0" y="3614051"/>
                  </a:lnTo>
                  <a:lnTo>
                    <a:pt x="0" y="3671201"/>
                  </a:lnTo>
                  <a:lnTo>
                    <a:pt x="19050" y="3671201"/>
                  </a:lnTo>
                  <a:lnTo>
                    <a:pt x="19050" y="3614051"/>
                  </a:lnTo>
                  <a:close/>
                </a:path>
                <a:path w="7181850" h="4514850">
                  <a:moveTo>
                    <a:pt x="19050" y="3518725"/>
                  </a:moveTo>
                  <a:lnTo>
                    <a:pt x="0" y="3518725"/>
                  </a:lnTo>
                  <a:lnTo>
                    <a:pt x="0" y="3575875"/>
                  </a:lnTo>
                  <a:lnTo>
                    <a:pt x="19050" y="3575875"/>
                  </a:lnTo>
                  <a:lnTo>
                    <a:pt x="19050" y="3518725"/>
                  </a:lnTo>
                  <a:close/>
                </a:path>
                <a:path w="7181850" h="4514850">
                  <a:moveTo>
                    <a:pt x="19050" y="3423399"/>
                  </a:moveTo>
                  <a:lnTo>
                    <a:pt x="0" y="3423399"/>
                  </a:lnTo>
                  <a:lnTo>
                    <a:pt x="0" y="3480549"/>
                  </a:lnTo>
                  <a:lnTo>
                    <a:pt x="19050" y="3480549"/>
                  </a:lnTo>
                  <a:lnTo>
                    <a:pt x="19050" y="3423399"/>
                  </a:lnTo>
                  <a:close/>
                </a:path>
                <a:path w="7181850" h="4514850">
                  <a:moveTo>
                    <a:pt x="19050" y="3328060"/>
                  </a:moveTo>
                  <a:lnTo>
                    <a:pt x="0" y="3328060"/>
                  </a:lnTo>
                  <a:lnTo>
                    <a:pt x="0" y="3385210"/>
                  </a:lnTo>
                  <a:lnTo>
                    <a:pt x="19050" y="3385210"/>
                  </a:lnTo>
                  <a:lnTo>
                    <a:pt x="19050" y="3328060"/>
                  </a:lnTo>
                  <a:close/>
                </a:path>
                <a:path w="7181850" h="4514850">
                  <a:moveTo>
                    <a:pt x="19050" y="3232734"/>
                  </a:moveTo>
                  <a:lnTo>
                    <a:pt x="0" y="3232734"/>
                  </a:lnTo>
                  <a:lnTo>
                    <a:pt x="0" y="3289884"/>
                  </a:lnTo>
                  <a:lnTo>
                    <a:pt x="19050" y="3289884"/>
                  </a:lnTo>
                  <a:lnTo>
                    <a:pt x="19050" y="3232734"/>
                  </a:lnTo>
                  <a:close/>
                </a:path>
                <a:path w="7181850" h="4514850">
                  <a:moveTo>
                    <a:pt x="19050" y="3137408"/>
                  </a:moveTo>
                  <a:lnTo>
                    <a:pt x="0" y="3137408"/>
                  </a:lnTo>
                  <a:lnTo>
                    <a:pt x="0" y="3194558"/>
                  </a:lnTo>
                  <a:lnTo>
                    <a:pt x="19050" y="3194558"/>
                  </a:lnTo>
                  <a:lnTo>
                    <a:pt x="19050" y="3137408"/>
                  </a:lnTo>
                  <a:close/>
                </a:path>
                <a:path w="7181850" h="4514850">
                  <a:moveTo>
                    <a:pt x="19050" y="3042081"/>
                  </a:moveTo>
                  <a:lnTo>
                    <a:pt x="0" y="3042081"/>
                  </a:lnTo>
                  <a:lnTo>
                    <a:pt x="0" y="3099231"/>
                  </a:lnTo>
                  <a:lnTo>
                    <a:pt x="19050" y="3099231"/>
                  </a:lnTo>
                  <a:lnTo>
                    <a:pt x="19050" y="3042081"/>
                  </a:lnTo>
                  <a:close/>
                </a:path>
                <a:path w="7181850" h="4514850">
                  <a:moveTo>
                    <a:pt x="19050" y="2946755"/>
                  </a:moveTo>
                  <a:lnTo>
                    <a:pt x="0" y="2946755"/>
                  </a:lnTo>
                  <a:lnTo>
                    <a:pt x="0" y="3003905"/>
                  </a:lnTo>
                  <a:lnTo>
                    <a:pt x="19050" y="3003905"/>
                  </a:lnTo>
                  <a:lnTo>
                    <a:pt x="19050" y="2946755"/>
                  </a:lnTo>
                  <a:close/>
                </a:path>
                <a:path w="7181850" h="4514850">
                  <a:moveTo>
                    <a:pt x="19050" y="2851429"/>
                  </a:moveTo>
                  <a:lnTo>
                    <a:pt x="0" y="2851429"/>
                  </a:lnTo>
                  <a:lnTo>
                    <a:pt x="0" y="2908579"/>
                  </a:lnTo>
                  <a:lnTo>
                    <a:pt x="19050" y="2908579"/>
                  </a:lnTo>
                  <a:lnTo>
                    <a:pt x="19050" y="2851429"/>
                  </a:lnTo>
                  <a:close/>
                </a:path>
                <a:path w="7181850" h="4514850">
                  <a:moveTo>
                    <a:pt x="19050" y="2756090"/>
                  </a:moveTo>
                  <a:lnTo>
                    <a:pt x="0" y="2756090"/>
                  </a:lnTo>
                  <a:lnTo>
                    <a:pt x="0" y="2813240"/>
                  </a:lnTo>
                  <a:lnTo>
                    <a:pt x="19050" y="2813240"/>
                  </a:lnTo>
                  <a:lnTo>
                    <a:pt x="19050" y="2756090"/>
                  </a:lnTo>
                  <a:close/>
                </a:path>
                <a:path w="7181850" h="4514850">
                  <a:moveTo>
                    <a:pt x="19050" y="2660764"/>
                  </a:moveTo>
                  <a:lnTo>
                    <a:pt x="0" y="2660764"/>
                  </a:lnTo>
                  <a:lnTo>
                    <a:pt x="0" y="2717914"/>
                  </a:lnTo>
                  <a:lnTo>
                    <a:pt x="19050" y="2717914"/>
                  </a:lnTo>
                  <a:lnTo>
                    <a:pt x="19050" y="2660764"/>
                  </a:lnTo>
                  <a:close/>
                </a:path>
                <a:path w="7181850" h="4514850">
                  <a:moveTo>
                    <a:pt x="19050" y="2565438"/>
                  </a:moveTo>
                  <a:lnTo>
                    <a:pt x="0" y="2565438"/>
                  </a:lnTo>
                  <a:lnTo>
                    <a:pt x="0" y="2622588"/>
                  </a:lnTo>
                  <a:lnTo>
                    <a:pt x="19050" y="2622588"/>
                  </a:lnTo>
                  <a:lnTo>
                    <a:pt x="19050" y="2565438"/>
                  </a:lnTo>
                  <a:close/>
                </a:path>
                <a:path w="7181850" h="4514850">
                  <a:moveTo>
                    <a:pt x="19050" y="2470112"/>
                  </a:moveTo>
                  <a:lnTo>
                    <a:pt x="0" y="2470112"/>
                  </a:lnTo>
                  <a:lnTo>
                    <a:pt x="0" y="2527262"/>
                  </a:lnTo>
                  <a:lnTo>
                    <a:pt x="19050" y="2527262"/>
                  </a:lnTo>
                  <a:lnTo>
                    <a:pt x="19050" y="2470112"/>
                  </a:lnTo>
                  <a:close/>
                </a:path>
                <a:path w="7181850" h="4514850">
                  <a:moveTo>
                    <a:pt x="19050" y="2374785"/>
                  </a:moveTo>
                  <a:lnTo>
                    <a:pt x="0" y="2374785"/>
                  </a:lnTo>
                  <a:lnTo>
                    <a:pt x="0" y="2431935"/>
                  </a:lnTo>
                  <a:lnTo>
                    <a:pt x="19050" y="2431935"/>
                  </a:lnTo>
                  <a:lnTo>
                    <a:pt x="19050" y="2374785"/>
                  </a:lnTo>
                  <a:close/>
                </a:path>
                <a:path w="7181850" h="4514850">
                  <a:moveTo>
                    <a:pt x="19050" y="2279459"/>
                  </a:moveTo>
                  <a:lnTo>
                    <a:pt x="0" y="2279459"/>
                  </a:lnTo>
                  <a:lnTo>
                    <a:pt x="0" y="2336609"/>
                  </a:lnTo>
                  <a:lnTo>
                    <a:pt x="19050" y="2336609"/>
                  </a:lnTo>
                  <a:lnTo>
                    <a:pt x="19050" y="2279459"/>
                  </a:lnTo>
                  <a:close/>
                </a:path>
                <a:path w="7181850" h="4514850">
                  <a:moveTo>
                    <a:pt x="19050" y="2184120"/>
                  </a:moveTo>
                  <a:lnTo>
                    <a:pt x="0" y="2184120"/>
                  </a:lnTo>
                  <a:lnTo>
                    <a:pt x="0" y="2241270"/>
                  </a:lnTo>
                  <a:lnTo>
                    <a:pt x="19050" y="2241270"/>
                  </a:lnTo>
                  <a:lnTo>
                    <a:pt x="19050" y="2184120"/>
                  </a:lnTo>
                  <a:close/>
                </a:path>
                <a:path w="7181850" h="4514850">
                  <a:moveTo>
                    <a:pt x="19050" y="2088794"/>
                  </a:moveTo>
                  <a:lnTo>
                    <a:pt x="0" y="2088794"/>
                  </a:lnTo>
                  <a:lnTo>
                    <a:pt x="0" y="2145944"/>
                  </a:lnTo>
                  <a:lnTo>
                    <a:pt x="19050" y="2145944"/>
                  </a:lnTo>
                  <a:lnTo>
                    <a:pt x="19050" y="2088794"/>
                  </a:lnTo>
                  <a:close/>
                </a:path>
                <a:path w="7181850" h="4514850">
                  <a:moveTo>
                    <a:pt x="19050" y="1993468"/>
                  </a:moveTo>
                  <a:lnTo>
                    <a:pt x="0" y="1993468"/>
                  </a:lnTo>
                  <a:lnTo>
                    <a:pt x="0" y="2050618"/>
                  </a:lnTo>
                  <a:lnTo>
                    <a:pt x="19050" y="2050618"/>
                  </a:lnTo>
                  <a:lnTo>
                    <a:pt x="19050" y="1993468"/>
                  </a:lnTo>
                  <a:close/>
                </a:path>
                <a:path w="7181850" h="4514850">
                  <a:moveTo>
                    <a:pt x="19050" y="1898142"/>
                  </a:moveTo>
                  <a:lnTo>
                    <a:pt x="0" y="1898142"/>
                  </a:lnTo>
                  <a:lnTo>
                    <a:pt x="0" y="1955292"/>
                  </a:lnTo>
                  <a:lnTo>
                    <a:pt x="19050" y="1955292"/>
                  </a:lnTo>
                  <a:lnTo>
                    <a:pt x="19050" y="1898142"/>
                  </a:lnTo>
                  <a:close/>
                </a:path>
                <a:path w="7181850" h="4514850">
                  <a:moveTo>
                    <a:pt x="19050" y="1802815"/>
                  </a:moveTo>
                  <a:lnTo>
                    <a:pt x="0" y="1802815"/>
                  </a:lnTo>
                  <a:lnTo>
                    <a:pt x="0" y="1859965"/>
                  </a:lnTo>
                  <a:lnTo>
                    <a:pt x="19050" y="1859965"/>
                  </a:lnTo>
                  <a:lnTo>
                    <a:pt x="19050" y="1802815"/>
                  </a:lnTo>
                  <a:close/>
                </a:path>
                <a:path w="7181850" h="4514850">
                  <a:moveTo>
                    <a:pt x="19050" y="1707476"/>
                  </a:moveTo>
                  <a:lnTo>
                    <a:pt x="0" y="1707476"/>
                  </a:lnTo>
                  <a:lnTo>
                    <a:pt x="0" y="1764626"/>
                  </a:lnTo>
                  <a:lnTo>
                    <a:pt x="19050" y="1764626"/>
                  </a:lnTo>
                  <a:lnTo>
                    <a:pt x="19050" y="1707476"/>
                  </a:lnTo>
                  <a:close/>
                </a:path>
                <a:path w="7181850" h="4514850">
                  <a:moveTo>
                    <a:pt x="19050" y="1612150"/>
                  </a:moveTo>
                  <a:lnTo>
                    <a:pt x="0" y="1612150"/>
                  </a:lnTo>
                  <a:lnTo>
                    <a:pt x="0" y="1669300"/>
                  </a:lnTo>
                  <a:lnTo>
                    <a:pt x="19050" y="1669300"/>
                  </a:lnTo>
                  <a:lnTo>
                    <a:pt x="19050" y="1612150"/>
                  </a:lnTo>
                  <a:close/>
                </a:path>
                <a:path w="7181850" h="4514850">
                  <a:moveTo>
                    <a:pt x="19050" y="1516824"/>
                  </a:moveTo>
                  <a:lnTo>
                    <a:pt x="0" y="1516824"/>
                  </a:lnTo>
                  <a:lnTo>
                    <a:pt x="0" y="1573974"/>
                  </a:lnTo>
                  <a:lnTo>
                    <a:pt x="19050" y="1573974"/>
                  </a:lnTo>
                  <a:lnTo>
                    <a:pt x="19050" y="1516824"/>
                  </a:lnTo>
                  <a:close/>
                </a:path>
                <a:path w="7181850" h="4514850">
                  <a:moveTo>
                    <a:pt x="19050" y="1421498"/>
                  </a:moveTo>
                  <a:lnTo>
                    <a:pt x="0" y="1421498"/>
                  </a:lnTo>
                  <a:lnTo>
                    <a:pt x="0" y="1478648"/>
                  </a:lnTo>
                  <a:lnTo>
                    <a:pt x="19050" y="1478648"/>
                  </a:lnTo>
                  <a:lnTo>
                    <a:pt x="19050" y="1421498"/>
                  </a:lnTo>
                  <a:close/>
                </a:path>
                <a:path w="7181850" h="4514850">
                  <a:moveTo>
                    <a:pt x="19050" y="1326172"/>
                  </a:moveTo>
                  <a:lnTo>
                    <a:pt x="0" y="1326172"/>
                  </a:lnTo>
                  <a:lnTo>
                    <a:pt x="0" y="1383322"/>
                  </a:lnTo>
                  <a:lnTo>
                    <a:pt x="19050" y="1383322"/>
                  </a:lnTo>
                  <a:lnTo>
                    <a:pt x="19050" y="1326172"/>
                  </a:lnTo>
                  <a:close/>
                </a:path>
                <a:path w="7181850" h="4514850">
                  <a:moveTo>
                    <a:pt x="19050" y="1230845"/>
                  </a:moveTo>
                  <a:lnTo>
                    <a:pt x="0" y="1230845"/>
                  </a:lnTo>
                  <a:lnTo>
                    <a:pt x="0" y="1287995"/>
                  </a:lnTo>
                  <a:lnTo>
                    <a:pt x="19050" y="1287995"/>
                  </a:lnTo>
                  <a:lnTo>
                    <a:pt x="19050" y="1230845"/>
                  </a:lnTo>
                  <a:close/>
                </a:path>
                <a:path w="7181850" h="4514850">
                  <a:moveTo>
                    <a:pt x="19050" y="1135507"/>
                  </a:moveTo>
                  <a:lnTo>
                    <a:pt x="0" y="1135507"/>
                  </a:lnTo>
                  <a:lnTo>
                    <a:pt x="0" y="1192657"/>
                  </a:lnTo>
                  <a:lnTo>
                    <a:pt x="19050" y="1192657"/>
                  </a:lnTo>
                  <a:lnTo>
                    <a:pt x="19050" y="1135507"/>
                  </a:lnTo>
                  <a:close/>
                </a:path>
                <a:path w="7181850" h="4514850">
                  <a:moveTo>
                    <a:pt x="19050" y="1040180"/>
                  </a:moveTo>
                  <a:lnTo>
                    <a:pt x="0" y="1040180"/>
                  </a:lnTo>
                  <a:lnTo>
                    <a:pt x="0" y="1097330"/>
                  </a:lnTo>
                  <a:lnTo>
                    <a:pt x="19050" y="1097330"/>
                  </a:lnTo>
                  <a:lnTo>
                    <a:pt x="19050" y="1040180"/>
                  </a:lnTo>
                  <a:close/>
                </a:path>
                <a:path w="7181850" h="4514850">
                  <a:moveTo>
                    <a:pt x="19050" y="944854"/>
                  </a:moveTo>
                  <a:lnTo>
                    <a:pt x="0" y="944854"/>
                  </a:lnTo>
                  <a:lnTo>
                    <a:pt x="0" y="1002004"/>
                  </a:lnTo>
                  <a:lnTo>
                    <a:pt x="19050" y="1002004"/>
                  </a:lnTo>
                  <a:lnTo>
                    <a:pt x="19050" y="944854"/>
                  </a:lnTo>
                  <a:close/>
                </a:path>
                <a:path w="7181850" h="4514850">
                  <a:moveTo>
                    <a:pt x="19050" y="849528"/>
                  </a:moveTo>
                  <a:lnTo>
                    <a:pt x="0" y="849528"/>
                  </a:lnTo>
                  <a:lnTo>
                    <a:pt x="0" y="906678"/>
                  </a:lnTo>
                  <a:lnTo>
                    <a:pt x="19050" y="906678"/>
                  </a:lnTo>
                  <a:lnTo>
                    <a:pt x="19050" y="849528"/>
                  </a:lnTo>
                  <a:close/>
                </a:path>
                <a:path w="7181850" h="4514850">
                  <a:moveTo>
                    <a:pt x="19050" y="754202"/>
                  </a:moveTo>
                  <a:lnTo>
                    <a:pt x="0" y="754202"/>
                  </a:lnTo>
                  <a:lnTo>
                    <a:pt x="0" y="811352"/>
                  </a:lnTo>
                  <a:lnTo>
                    <a:pt x="19050" y="811352"/>
                  </a:lnTo>
                  <a:lnTo>
                    <a:pt x="19050" y="754202"/>
                  </a:lnTo>
                  <a:close/>
                </a:path>
                <a:path w="7181850" h="4514850">
                  <a:moveTo>
                    <a:pt x="19050" y="658876"/>
                  </a:moveTo>
                  <a:lnTo>
                    <a:pt x="0" y="658876"/>
                  </a:lnTo>
                  <a:lnTo>
                    <a:pt x="0" y="716026"/>
                  </a:lnTo>
                  <a:lnTo>
                    <a:pt x="19050" y="716026"/>
                  </a:lnTo>
                  <a:lnTo>
                    <a:pt x="19050" y="658876"/>
                  </a:lnTo>
                  <a:close/>
                </a:path>
                <a:path w="7181850" h="4514850">
                  <a:moveTo>
                    <a:pt x="19050" y="563537"/>
                  </a:moveTo>
                  <a:lnTo>
                    <a:pt x="0" y="563537"/>
                  </a:lnTo>
                  <a:lnTo>
                    <a:pt x="0" y="620687"/>
                  </a:lnTo>
                  <a:lnTo>
                    <a:pt x="19050" y="620687"/>
                  </a:lnTo>
                  <a:lnTo>
                    <a:pt x="19050" y="563537"/>
                  </a:lnTo>
                  <a:close/>
                </a:path>
                <a:path w="7181850" h="4514850">
                  <a:moveTo>
                    <a:pt x="19050" y="468210"/>
                  </a:moveTo>
                  <a:lnTo>
                    <a:pt x="0" y="468210"/>
                  </a:lnTo>
                  <a:lnTo>
                    <a:pt x="0" y="525360"/>
                  </a:lnTo>
                  <a:lnTo>
                    <a:pt x="19050" y="525360"/>
                  </a:lnTo>
                  <a:lnTo>
                    <a:pt x="19050" y="468210"/>
                  </a:lnTo>
                  <a:close/>
                </a:path>
                <a:path w="7181850" h="4514850">
                  <a:moveTo>
                    <a:pt x="19050" y="372884"/>
                  </a:moveTo>
                  <a:lnTo>
                    <a:pt x="0" y="372884"/>
                  </a:lnTo>
                  <a:lnTo>
                    <a:pt x="0" y="430034"/>
                  </a:lnTo>
                  <a:lnTo>
                    <a:pt x="19050" y="430034"/>
                  </a:lnTo>
                  <a:lnTo>
                    <a:pt x="19050" y="372884"/>
                  </a:lnTo>
                  <a:close/>
                </a:path>
                <a:path w="7181850" h="4514850">
                  <a:moveTo>
                    <a:pt x="19050" y="277558"/>
                  </a:moveTo>
                  <a:lnTo>
                    <a:pt x="0" y="277558"/>
                  </a:lnTo>
                  <a:lnTo>
                    <a:pt x="0" y="334708"/>
                  </a:lnTo>
                  <a:lnTo>
                    <a:pt x="19050" y="334708"/>
                  </a:lnTo>
                  <a:lnTo>
                    <a:pt x="19050" y="277558"/>
                  </a:lnTo>
                  <a:close/>
                </a:path>
                <a:path w="7181850" h="4514850">
                  <a:moveTo>
                    <a:pt x="19050" y="182232"/>
                  </a:moveTo>
                  <a:lnTo>
                    <a:pt x="0" y="182232"/>
                  </a:lnTo>
                  <a:lnTo>
                    <a:pt x="0" y="239382"/>
                  </a:lnTo>
                  <a:lnTo>
                    <a:pt x="19050" y="239382"/>
                  </a:lnTo>
                  <a:lnTo>
                    <a:pt x="19050" y="182232"/>
                  </a:lnTo>
                  <a:close/>
                </a:path>
                <a:path w="7181850" h="4514850">
                  <a:moveTo>
                    <a:pt x="21678" y="92506"/>
                  </a:moveTo>
                  <a:lnTo>
                    <a:pt x="3149" y="88150"/>
                  </a:lnTo>
                  <a:lnTo>
                    <a:pt x="2184" y="91998"/>
                  </a:lnTo>
                  <a:lnTo>
                    <a:pt x="2108" y="92506"/>
                  </a:lnTo>
                  <a:lnTo>
                    <a:pt x="546" y="103047"/>
                  </a:lnTo>
                  <a:lnTo>
                    <a:pt x="457" y="104927"/>
                  </a:lnTo>
                  <a:lnTo>
                    <a:pt x="0" y="114300"/>
                  </a:lnTo>
                  <a:lnTo>
                    <a:pt x="0" y="144056"/>
                  </a:lnTo>
                  <a:lnTo>
                    <a:pt x="19050" y="144056"/>
                  </a:lnTo>
                  <a:lnTo>
                    <a:pt x="19050" y="114300"/>
                  </a:lnTo>
                  <a:lnTo>
                    <a:pt x="19507" y="104927"/>
                  </a:lnTo>
                  <a:lnTo>
                    <a:pt x="20866" y="95719"/>
                  </a:lnTo>
                  <a:lnTo>
                    <a:pt x="21678" y="92506"/>
                  </a:lnTo>
                  <a:close/>
                </a:path>
                <a:path w="7181850" h="4514850">
                  <a:moveTo>
                    <a:pt x="22872" y="4427131"/>
                  </a:moveTo>
                  <a:lnTo>
                    <a:pt x="20866" y="4419143"/>
                  </a:lnTo>
                  <a:lnTo>
                    <a:pt x="19507" y="4409935"/>
                  </a:lnTo>
                  <a:lnTo>
                    <a:pt x="19050" y="4400550"/>
                  </a:lnTo>
                  <a:lnTo>
                    <a:pt x="19050" y="4376674"/>
                  </a:lnTo>
                  <a:lnTo>
                    <a:pt x="0" y="4376674"/>
                  </a:lnTo>
                  <a:lnTo>
                    <a:pt x="0" y="4400550"/>
                  </a:lnTo>
                  <a:lnTo>
                    <a:pt x="546" y="4411815"/>
                  </a:lnTo>
                  <a:lnTo>
                    <a:pt x="2184" y="4422864"/>
                  </a:lnTo>
                  <a:lnTo>
                    <a:pt x="4584" y="4432452"/>
                  </a:lnTo>
                  <a:lnTo>
                    <a:pt x="22872" y="4427131"/>
                  </a:lnTo>
                  <a:close/>
                </a:path>
                <a:path w="7181850" h="4514850">
                  <a:moveTo>
                    <a:pt x="72529" y="28816"/>
                  </a:moveTo>
                  <a:lnTo>
                    <a:pt x="64173" y="11722"/>
                  </a:lnTo>
                  <a:lnTo>
                    <a:pt x="60375" y="13512"/>
                  </a:lnTo>
                  <a:lnTo>
                    <a:pt x="50787" y="19253"/>
                  </a:lnTo>
                  <a:lnTo>
                    <a:pt x="19253" y="50787"/>
                  </a:lnTo>
                  <a:lnTo>
                    <a:pt x="18643" y="51803"/>
                  </a:lnTo>
                  <a:lnTo>
                    <a:pt x="34594" y="62217"/>
                  </a:lnTo>
                  <a:lnTo>
                    <a:pt x="35090" y="61379"/>
                  </a:lnTo>
                  <a:lnTo>
                    <a:pt x="40640" y="53911"/>
                  </a:lnTo>
                  <a:lnTo>
                    <a:pt x="46951" y="46951"/>
                  </a:lnTo>
                  <a:lnTo>
                    <a:pt x="53911" y="40640"/>
                  </a:lnTo>
                  <a:lnTo>
                    <a:pt x="61379" y="35090"/>
                  </a:lnTo>
                  <a:lnTo>
                    <a:pt x="69354" y="30314"/>
                  </a:lnTo>
                  <a:lnTo>
                    <a:pt x="72529" y="28816"/>
                  </a:lnTo>
                  <a:close/>
                </a:path>
                <a:path w="7181850" h="4514850">
                  <a:moveTo>
                    <a:pt x="77152" y="4488231"/>
                  </a:moveTo>
                  <a:lnTo>
                    <a:pt x="40640" y="4460951"/>
                  </a:lnTo>
                  <a:lnTo>
                    <a:pt x="37642" y="4456912"/>
                  </a:lnTo>
                  <a:lnTo>
                    <a:pt x="22301" y="4468177"/>
                  </a:lnTo>
                  <a:lnTo>
                    <a:pt x="50787" y="4495609"/>
                  </a:lnTo>
                  <a:lnTo>
                    <a:pt x="69723" y="4505757"/>
                  </a:lnTo>
                  <a:lnTo>
                    <a:pt x="77152" y="4488231"/>
                  </a:lnTo>
                  <a:close/>
                </a:path>
                <a:path w="7181850" h="4514850">
                  <a:moveTo>
                    <a:pt x="163271" y="4495800"/>
                  </a:moveTo>
                  <a:lnTo>
                    <a:pt x="114300" y="4495800"/>
                  </a:lnTo>
                  <a:lnTo>
                    <a:pt x="107924" y="4495495"/>
                  </a:lnTo>
                  <a:lnTo>
                    <a:pt x="107911" y="4495800"/>
                  </a:lnTo>
                  <a:lnTo>
                    <a:pt x="106654" y="4514481"/>
                  </a:lnTo>
                  <a:lnTo>
                    <a:pt x="114300" y="4514850"/>
                  </a:lnTo>
                  <a:lnTo>
                    <a:pt x="163271" y="4514850"/>
                  </a:lnTo>
                  <a:lnTo>
                    <a:pt x="163271" y="4495800"/>
                  </a:lnTo>
                  <a:close/>
                </a:path>
                <a:path w="7181850" h="4514850">
                  <a:moveTo>
                    <a:pt x="171450" y="0"/>
                  </a:moveTo>
                  <a:lnTo>
                    <a:pt x="114300" y="0"/>
                  </a:lnTo>
                  <a:lnTo>
                    <a:pt x="103047" y="546"/>
                  </a:lnTo>
                  <a:lnTo>
                    <a:pt x="101066" y="838"/>
                  </a:lnTo>
                  <a:lnTo>
                    <a:pt x="103276" y="19748"/>
                  </a:lnTo>
                  <a:lnTo>
                    <a:pt x="104927" y="19507"/>
                  </a:lnTo>
                  <a:lnTo>
                    <a:pt x="114300" y="19050"/>
                  </a:lnTo>
                  <a:lnTo>
                    <a:pt x="171450" y="19050"/>
                  </a:lnTo>
                  <a:lnTo>
                    <a:pt x="171450" y="0"/>
                  </a:lnTo>
                  <a:close/>
                </a:path>
                <a:path w="7181850" h="4514850">
                  <a:moveTo>
                    <a:pt x="258597" y="4495800"/>
                  </a:moveTo>
                  <a:lnTo>
                    <a:pt x="201447" y="4495800"/>
                  </a:lnTo>
                  <a:lnTo>
                    <a:pt x="201447" y="4514850"/>
                  </a:lnTo>
                  <a:lnTo>
                    <a:pt x="258597" y="4514850"/>
                  </a:lnTo>
                  <a:lnTo>
                    <a:pt x="258597" y="4495800"/>
                  </a:lnTo>
                  <a:close/>
                </a:path>
                <a:path w="7181850" h="4514850">
                  <a:moveTo>
                    <a:pt x="266788" y="0"/>
                  </a:moveTo>
                  <a:lnTo>
                    <a:pt x="209638" y="0"/>
                  </a:lnTo>
                  <a:lnTo>
                    <a:pt x="209638" y="19050"/>
                  </a:lnTo>
                  <a:lnTo>
                    <a:pt x="266788" y="19050"/>
                  </a:lnTo>
                  <a:lnTo>
                    <a:pt x="266788" y="0"/>
                  </a:lnTo>
                  <a:close/>
                </a:path>
                <a:path w="7181850" h="4514850">
                  <a:moveTo>
                    <a:pt x="353923" y="4495800"/>
                  </a:moveTo>
                  <a:lnTo>
                    <a:pt x="296773" y="4495800"/>
                  </a:lnTo>
                  <a:lnTo>
                    <a:pt x="296773" y="4514850"/>
                  </a:lnTo>
                  <a:lnTo>
                    <a:pt x="353923" y="4514850"/>
                  </a:lnTo>
                  <a:lnTo>
                    <a:pt x="353923" y="4495800"/>
                  </a:lnTo>
                  <a:close/>
                </a:path>
                <a:path w="7181850" h="4514850">
                  <a:moveTo>
                    <a:pt x="362115" y="0"/>
                  </a:moveTo>
                  <a:lnTo>
                    <a:pt x="304965" y="0"/>
                  </a:lnTo>
                  <a:lnTo>
                    <a:pt x="304965" y="19050"/>
                  </a:lnTo>
                  <a:lnTo>
                    <a:pt x="362115" y="19050"/>
                  </a:lnTo>
                  <a:lnTo>
                    <a:pt x="362115" y="0"/>
                  </a:lnTo>
                  <a:close/>
                </a:path>
                <a:path w="7181850" h="4514850">
                  <a:moveTo>
                    <a:pt x="449262" y="4495800"/>
                  </a:moveTo>
                  <a:lnTo>
                    <a:pt x="392112" y="4495800"/>
                  </a:lnTo>
                  <a:lnTo>
                    <a:pt x="392112" y="4514850"/>
                  </a:lnTo>
                  <a:lnTo>
                    <a:pt x="449262" y="4514850"/>
                  </a:lnTo>
                  <a:lnTo>
                    <a:pt x="449262" y="4495800"/>
                  </a:lnTo>
                  <a:close/>
                </a:path>
                <a:path w="7181850" h="4514850">
                  <a:moveTo>
                    <a:pt x="457441" y="0"/>
                  </a:moveTo>
                  <a:lnTo>
                    <a:pt x="400291" y="0"/>
                  </a:lnTo>
                  <a:lnTo>
                    <a:pt x="400291" y="19050"/>
                  </a:lnTo>
                  <a:lnTo>
                    <a:pt x="457441" y="19050"/>
                  </a:lnTo>
                  <a:lnTo>
                    <a:pt x="457441" y="0"/>
                  </a:lnTo>
                  <a:close/>
                </a:path>
                <a:path w="7181850" h="4514850">
                  <a:moveTo>
                    <a:pt x="544588" y="4495800"/>
                  </a:moveTo>
                  <a:lnTo>
                    <a:pt x="487438" y="4495800"/>
                  </a:lnTo>
                  <a:lnTo>
                    <a:pt x="487438" y="4514850"/>
                  </a:lnTo>
                  <a:lnTo>
                    <a:pt x="544588" y="4514850"/>
                  </a:lnTo>
                  <a:lnTo>
                    <a:pt x="544588" y="4495800"/>
                  </a:lnTo>
                  <a:close/>
                </a:path>
                <a:path w="7181850" h="4514850">
                  <a:moveTo>
                    <a:pt x="552767" y="0"/>
                  </a:moveTo>
                  <a:lnTo>
                    <a:pt x="495617" y="0"/>
                  </a:lnTo>
                  <a:lnTo>
                    <a:pt x="495617" y="19050"/>
                  </a:lnTo>
                  <a:lnTo>
                    <a:pt x="552767" y="19050"/>
                  </a:lnTo>
                  <a:lnTo>
                    <a:pt x="552767" y="0"/>
                  </a:lnTo>
                  <a:close/>
                </a:path>
                <a:path w="7181850" h="4514850">
                  <a:moveTo>
                    <a:pt x="639914" y="4495800"/>
                  </a:moveTo>
                  <a:lnTo>
                    <a:pt x="582764" y="4495800"/>
                  </a:lnTo>
                  <a:lnTo>
                    <a:pt x="582764" y="4514850"/>
                  </a:lnTo>
                  <a:lnTo>
                    <a:pt x="639914" y="4514850"/>
                  </a:lnTo>
                  <a:lnTo>
                    <a:pt x="639914" y="4495800"/>
                  </a:lnTo>
                  <a:close/>
                </a:path>
                <a:path w="7181850" h="4514850">
                  <a:moveTo>
                    <a:pt x="648093" y="0"/>
                  </a:moveTo>
                  <a:lnTo>
                    <a:pt x="590943" y="0"/>
                  </a:lnTo>
                  <a:lnTo>
                    <a:pt x="590943" y="19050"/>
                  </a:lnTo>
                  <a:lnTo>
                    <a:pt x="648093" y="19050"/>
                  </a:lnTo>
                  <a:lnTo>
                    <a:pt x="648093" y="0"/>
                  </a:lnTo>
                  <a:close/>
                </a:path>
                <a:path w="7181850" h="4514850">
                  <a:moveTo>
                    <a:pt x="735241" y="4495800"/>
                  </a:moveTo>
                  <a:lnTo>
                    <a:pt x="678091" y="4495800"/>
                  </a:lnTo>
                  <a:lnTo>
                    <a:pt x="678091" y="4514850"/>
                  </a:lnTo>
                  <a:lnTo>
                    <a:pt x="735241" y="4514850"/>
                  </a:lnTo>
                  <a:lnTo>
                    <a:pt x="735241" y="4495800"/>
                  </a:lnTo>
                  <a:close/>
                </a:path>
                <a:path w="7181850" h="4514850">
                  <a:moveTo>
                    <a:pt x="743432" y="0"/>
                  </a:moveTo>
                  <a:lnTo>
                    <a:pt x="686282" y="0"/>
                  </a:lnTo>
                  <a:lnTo>
                    <a:pt x="686282" y="19050"/>
                  </a:lnTo>
                  <a:lnTo>
                    <a:pt x="743432" y="19050"/>
                  </a:lnTo>
                  <a:lnTo>
                    <a:pt x="743432" y="0"/>
                  </a:lnTo>
                  <a:close/>
                </a:path>
                <a:path w="7181850" h="4514850">
                  <a:moveTo>
                    <a:pt x="830567" y="4495800"/>
                  </a:moveTo>
                  <a:lnTo>
                    <a:pt x="773417" y="4495800"/>
                  </a:lnTo>
                  <a:lnTo>
                    <a:pt x="773417" y="4514850"/>
                  </a:lnTo>
                  <a:lnTo>
                    <a:pt x="830567" y="4514850"/>
                  </a:lnTo>
                  <a:lnTo>
                    <a:pt x="830567" y="4495800"/>
                  </a:lnTo>
                  <a:close/>
                </a:path>
                <a:path w="7181850" h="4514850">
                  <a:moveTo>
                    <a:pt x="838758" y="0"/>
                  </a:moveTo>
                  <a:lnTo>
                    <a:pt x="781608" y="0"/>
                  </a:lnTo>
                  <a:lnTo>
                    <a:pt x="781608" y="19050"/>
                  </a:lnTo>
                  <a:lnTo>
                    <a:pt x="838758" y="19050"/>
                  </a:lnTo>
                  <a:lnTo>
                    <a:pt x="838758" y="0"/>
                  </a:lnTo>
                  <a:close/>
                </a:path>
                <a:path w="7181850" h="4514850">
                  <a:moveTo>
                    <a:pt x="925893" y="4495800"/>
                  </a:moveTo>
                  <a:lnTo>
                    <a:pt x="868743" y="4495800"/>
                  </a:lnTo>
                  <a:lnTo>
                    <a:pt x="868743" y="4514850"/>
                  </a:lnTo>
                  <a:lnTo>
                    <a:pt x="925893" y="4514850"/>
                  </a:lnTo>
                  <a:lnTo>
                    <a:pt x="925893" y="4495800"/>
                  </a:lnTo>
                  <a:close/>
                </a:path>
                <a:path w="7181850" h="4514850">
                  <a:moveTo>
                    <a:pt x="934085" y="0"/>
                  </a:moveTo>
                  <a:lnTo>
                    <a:pt x="876935" y="0"/>
                  </a:lnTo>
                  <a:lnTo>
                    <a:pt x="876935" y="19050"/>
                  </a:lnTo>
                  <a:lnTo>
                    <a:pt x="934085" y="19050"/>
                  </a:lnTo>
                  <a:lnTo>
                    <a:pt x="934085" y="0"/>
                  </a:lnTo>
                  <a:close/>
                </a:path>
                <a:path w="7181850" h="4514850">
                  <a:moveTo>
                    <a:pt x="1021232" y="4495800"/>
                  </a:moveTo>
                  <a:lnTo>
                    <a:pt x="964082" y="4495800"/>
                  </a:lnTo>
                  <a:lnTo>
                    <a:pt x="964082" y="4514850"/>
                  </a:lnTo>
                  <a:lnTo>
                    <a:pt x="1021232" y="4514850"/>
                  </a:lnTo>
                  <a:lnTo>
                    <a:pt x="1021232" y="4495800"/>
                  </a:lnTo>
                  <a:close/>
                </a:path>
                <a:path w="7181850" h="4514850">
                  <a:moveTo>
                    <a:pt x="1029411" y="0"/>
                  </a:moveTo>
                  <a:lnTo>
                    <a:pt x="972261" y="0"/>
                  </a:lnTo>
                  <a:lnTo>
                    <a:pt x="972261" y="19050"/>
                  </a:lnTo>
                  <a:lnTo>
                    <a:pt x="1029411" y="19050"/>
                  </a:lnTo>
                  <a:lnTo>
                    <a:pt x="1029411" y="0"/>
                  </a:lnTo>
                  <a:close/>
                </a:path>
                <a:path w="7181850" h="4514850">
                  <a:moveTo>
                    <a:pt x="1116558" y="4495800"/>
                  </a:moveTo>
                  <a:lnTo>
                    <a:pt x="1059408" y="4495800"/>
                  </a:lnTo>
                  <a:lnTo>
                    <a:pt x="1059408" y="4514850"/>
                  </a:lnTo>
                  <a:lnTo>
                    <a:pt x="1116558" y="4514850"/>
                  </a:lnTo>
                  <a:lnTo>
                    <a:pt x="1116558" y="4495800"/>
                  </a:lnTo>
                  <a:close/>
                </a:path>
                <a:path w="7181850" h="4514850">
                  <a:moveTo>
                    <a:pt x="1124737" y="0"/>
                  </a:moveTo>
                  <a:lnTo>
                    <a:pt x="1067587" y="0"/>
                  </a:lnTo>
                  <a:lnTo>
                    <a:pt x="1067587" y="19050"/>
                  </a:lnTo>
                  <a:lnTo>
                    <a:pt x="1124737" y="19050"/>
                  </a:lnTo>
                  <a:lnTo>
                    <a:pt x="1124737" y="0"/>
                  </a:lnTo>
                  <a:close/>
                </a:path>
                <a:path w="7181850" h="4514850">
                  <a:moveTo>
                    <a:pt x="1211884" y="4495800"/>
                  </a:moveTo>
                  <a:lnTo>
                    <a:pt x="1154734" y="4495800"/>
                  </a:lnTo>
                  <a:lnTo>
                    <a:pt x="1154734" y="4514850"/>
                  </a:lnTo>
                  <a:lnTo>
                    <a:pt x="1211884" y="4514850"/>
                  </a:lnTo>
                  <a:lnTo>
                    <a:pt x="1211884" y="4495800"/>
                  </a:lnTo>
                  <a:close/>
                </a:path>
                <a:path w="7181850" h="4514850">
                  <a:moveTo>
                    <a:pt x="1220063" y="0"/>
                  </a:moveTo>
                  <a:lnTo>
                    <a:pt x="1162913" y="0"/>
                  </a:lnTo>
                  <a:lnTo>
                    <a:pt x="1162913" y="19050"/>
                  </a:lnTo>
                  <a:lnTo>
                    <a:pt x="1220063" y="19050"/>
                  </a:lnTo>
                  <a:lnTo>
                    <a:pt x="1220063" y="0"/>
                  </a:lnTo>
                  <a:close/>
                </a:path>
                <a:path w="7181850" h="4514850">
                  <a:moveTo>
                    <a:pt x="1307211" y="4495800"/>
                  </a:moveTo>
                  <a:lnTo>
                    <a:pt x="1250061" y="4495800"/>
                  </a:lnTo>
                  <a:lnTo>
                    <a:pt x="1250061" y="4514850"/>
                  </a:lnTo>
                  <a:lnTo>
                    <a:pt x="1307211" y="4514850"/>
                  </a:lnTo>
                  <a:lnTo>
                    <a:pt x="1307211" y="4495800"/>
                  </a:lnTo>
                  <a:close/>
                </a:path>
                <a:path w="7181850" h="4514850">
                  <a:moveTo>
                    <a:pt x="1315389" y="0"/>
                  </a:moveTo>
                  <a:lnTo>
                    <a:pt x="1258239" y="0"/>
                  </a:lnTo>
                  <a:lnTo>
                    <a:pt x="1258239" y="19050"/>
                  </a:lnTo>
                  <a:lnTo>
                    <a:pt x="1315389" y="19050"/>
                  </a:lnTo>
                  <a:lnTo>
                    <a:pt x="1315389" y="0"/>
                  </a:lnTo>
                  <a:close/>
                </a:path>
                <a:path w="7181850" h="4514850">
                  <a:moveTo>
                    <a:pt x="1402537" y="4495800"/>
                  </a:moveTo>
                  <a:lnTo>
                    <a:pt x="1345387" y="4495800"/>
                  </a:lnTo>
                  <a:lnTo>
                    <a:pt x="1345387" y="4514850"/>
                  </a:lnTo>
                  <a:lnTo>
                    <a:pt x="1402537" y="4514850"/>
                  </a:lnTo>
                  <a:lnTo>
                    <a:pt x="1402537" y="4495800"/>
                  </a:lnTo>
                  <a:close/>
                </a:path>
                <a:path w="7181850" h="4514850">
                  <a:moveTo>
                    <a:pt x="1410728" y="0"/>
                  </a:moveTo>
                  <a:lnTo>
                    <a:pt x="1353578" y="0"/>
                  </a:lnTo>
                  <a:lnTo>
                    <a:pt x="1353578" y="19050"/>
                  </a:lnTo>
                  <a:lnTo>
                    <a:pt x="1410728" y="19050"/>
                  </a:lnTo>
                  <a:lnTo>
                    <a:pt x="1410728" y="0"/>
                  </a:lnTo>
                  <a:close/>
                </a:path>
                <a:path w="7181850" h="4514850">
                  <a:moveTo>
                    <a:pt x="1497863" y="4495800"/>
                  </a:moveTo>
                  <a:lnTo>
                    <a:pt x="1440713" y="4495800"/>
                  </a:lnTo>
                  <a:lnTo>
                    <a:pt x="1440713" y="4514850"/>
                  </a:lnTo>
                  <a:lnTo>
                    <a:pt x="1497863" y="4514850"/>
                  </a:lnTo>
                  <a:lnTo>
                    <a:pt x="1497863" y="4495800"/>
                  </a:lnTo>
                  <a:close/>
                </a:path>
                <a:path w="7181850" h="4514850">
                  <a:moveTo>
                    <a:pt x="1506054" y="0"/>
                  </a:moveTo>
                  <a:lnTo>
                    <a:pt x="1448904" y="0"/>
                  </a:lnTo>
                  <a:lnTo>
                    <a:pt x="1448904" y="19050"/>
                  </a:lnTo>
                  <a:lnTo>
                    <a:pt x="1506054" y="19050"/>
                  </a:lnTo>
                  <a:lnTo>
                    <a:pt x="1506054" y="0"/>
                  </a:lnTo>
                  <a:close/>
                </a:path>
                <a:path w="7181850" h="4514850">
                  <a:moveTo>
                    <a:pt x="1593202" y="4495800"/>
                  </a:moveTo>
                  <a:lnTo>
                    <a:pt x="1536052" y="4495800"/>
                  </a:lnTo>
                  <a:lnTo>
                    <a:pt x="1536052" y="4514850"/>
                  </a:lnTo>
                  <a:lnTo>
                    <a:pt x="1593202" y="4514850"/>
                  </a:lnTo>
                  <a:lnTo>
                    <a:pt x="1593202" y="4495800"/>
                  </a:lnTo>
                  <a:close/>
                </a:path>
                <a:path w="7181850" h="4514850">
                  <a:moveTo>
                    <a:pt x="1601381" y="0"/>
                  </a:moveTo>
                  <a:lnTo>
                    <a:pt x="1544231" y="0"/>
                  </a:lnTo>
                  <a:lnTo>
                    <a:pt x="1544231" y="19050"/>
                  </a:lnTo>
                  <a:lnTo>
                    <a:pt x="1601381" y="19050"/>
                  </a:lnTo>
                  <a:lnTo>
                    <a:pt x="1601381" y="0"/>
                  </a:lnTo>
                  <a:close/>
                </a:path>
                <a:path w="7181850" h="4514850">
                  <a:moveTo>
                    <a:pt x="1688528" y="4495800"/>
                  </a:moveTo>
                  <a:lnTo>
                    <a:pt x="1631378" y="4495800"/>
                  </a:lnTo>
                  <a:lnTo>
                    <a:pt x="1631378" y="4514850"/>
                  </a:lnTo>
                  <a:lnTo>
                    <a:pt x="1688528" y="4514850"/>
                  </a:lnTo>
                  <a:lnTo>
                    <a:pt x="1688528" y="4495800"/>
                  </a:lnTo>
                  <a:close/>
                </a:path>
                <a:path w="7181850" h="4514850">
                  <a:moveTo>
                    <a:pt x="1696707" y="0"/>
                  </a:moveTo>
                  <a:lnTo>
                    <a:pt x="1639557" y="0"/>
                  </a:lnTo>
                  <a:lnTo>
                    <a:pt x="1639557" y="19050"/>
                  </a:lnTo>
                  <a:lnTo>
                    <a:pt x="1696707" y="19050"/>
                  </a:lnTo>
                  <a:lnTo>
                    <a:pt x="1696707" y="0"/>
                  </a:lnTo>
                  <a:close/>
                </a:path>
                <a:path w="7181850" h="4514850">
                  <a:moveTo>
                    <a:pt x="1783854" y="4495800"/>
                  </a:moveTo>
                  <a:lnTo>
                    <a:pt x="1726704" y="4495800"/>
                  </a:lnTo>
                  <a:lnTo>
                    <a:pt x="1726704" y="4514850"/>
                  </a:lnTo>
                  <a:lnTo>
                    <a:pt x="1783854" y="4514850"/>
                  </a:lnTo>
                  <a:lnTo>
                    <a:pt x="1783854" y="4495800"/>
                  </a:lnTo>
                  <a:close/>
                </a:path>
                <a:path w="7181850" h="4514850">
                  <a:moveTo>
                    <a:pt x="1792033" y="0"/>
                  </a:moveTo>
                  <a:lnTo>
                    <a:pt x="1734883" y="0"/>
                  </a:lnTo>
                  <a:lnTo>
                    <a:pt x="1734883" y="19050"/>
                  </a:lnTo>
                  <a:lnTo>
                    <a:pt x="1792033" y="19050"/>
                  </a:lnTo>
                  <a:lnTo>
                    <a:pt x="1792033" y="0"/>
                  </a:lnTo>
                  <a:close/>
                </a:path>
                <a:path w="7181850" h="4514850">
                  <a:moveTo>
                    <a:pt x="1879180" y="4495800"/>
                  </a:moveTo>
                  <a:lnTo>
                    <a:pt x="1822030" y="4495800"/>
                  </a:lnTo>
                  <a:lnTo>
                    <a:pt x="1822030" y="4514850"/>
                  </a:lnTo>
                  <a:lnTo>
                    <a:pt x="1879180" y="4514850"/>
                  </a:lnTo>
                  <a:lnTo>
                    <a:pt x="1879180" y="4495800"/>
                  </a:lnTo>
                  <a:close/>
                </a:path>
                <a:path w="7181850" h="4514850">
                  <a:moveTo>
                    <a:pt x="1887372" y="0"/>
                  </a:moveTo>
                  <a:lnTo>
                    <a:pt x="1830222" y="0"/>
                  </a:lnTo>
                  <a:lnTo>
                    <a:pt x="1830222" y="19050"/>
                  </a:lnTo>
                  <a:lnTo>
                    <a:pt x="1887372" y="19050"/>
                  </a:lnTo>
                  <a:lnTo>
                    <a:pt x="1887372" y="0"/>
                  </a:lnTo>
                  <a:close/>
                </a:path>
                <a:path w="7181850" h="4514850">
                  <a:moveTo>
                    <a:pt x="1974507" y="4495800"/>
                  </a:moveTo>
                  <a:lnTo>
                    <a:pt x="1917357" y="4495800"/>
                  </a:lnTo>
                  <a:lnTo>
                    <a:pt x="1917357" y="4514850"/>
                  </a:lnTo>
                  <a:lnTo>
                    <a:pt x="1974507" y="4514850"/>
                  </a:lnTo>
                  <a:lnTo>
                    <a:pt x="1974507" y="4495800"/>
                  </a:lnTo>
                  <a:close/>
                </a:path>
                <a:path w="7181850" h="4514850">
                  <a:moveTo>
                    <a:pt x="1982698" y="0"/>
                  </a:moveTo>
                  <a:lnTo>
                    <a:pt x="1925548" y="0"/>
                  </a:lnTo>
                  <a:lnTo>
                    <a:pt x="1925548" y="19050"/>
                  </a:lnTo>
                  <a:lnTo>
                    <a:pt x="1982698" y="19050"/>
                  </a:lnTo>
                  <a:lnTo>
                    <a:pt x="1982698" y="0"/>
                  </a:lnTo>
                  <a:close/>
                </a:path>
                <a:path w="7181850" h="4514850">
                  <a:moveTo>
                    <a:pt x="2069833" y="4495800"/>
                  </a:moveTo>
                  <a:lnTo>
                    <a:pt x="2012683" y="4495800"/>
                  </a:lnTo>
                  <a:lnTo>
                    <a:pt x="2012683" y="4514850"/>
                  </a:lnTo>
                  <a:lnTo>
                    <a:pt x="2069833" y="4514850"/>
                  </a:lnTo>
                  <a:lnTo>
                    <a:pt x="2069833" y="4495800"/>
                  </a:lnTo>
                  <a:close/>
                </a:path>
                <a:path w="7181850" h="4514850">
                  <a:moveTo>
                    <a:pt x="2078024" y="0"/>
                  </a:moveTo>
                  <a:lnTo>
                    <a:pt x="2020874" y="0"/>
                  </a:lnTo>
                  <a:lnTo>
                    <a:pt x="2020874" y="19050"/>
                  </a:lnTo>
                  <a:lnTo>
                    <a:pt x="2078024" y="19050"/>
                  </a:lnTo>
                  <a:lnTo>
                    <a:pt x="2078024" y="0"/>
                  </a:lnTo>
                  <a:close/>
                </a:path>
                <a:path w="7181850" h="4514850">
                  <a:moveTo>
                    <a:pt x="2165172" y="4495800"/>
                  </a:moveTo>
                  <a:lnTo>
                    <a:pt x="2108022" y="4495800"/>
                  </a:lnTo>
                  <a:lnTo>
                    <a:pt x="2108022" y="4514850"/>
                  </a:lnTo>
                  <a:lnTo>
                    <a:pt x="2165172" y="4514850"/>
                  </a:lnTo>
                  <a:lnTo>
                    <a:pt x="2165172" y="4495800"/>
                  </a:lnTo>
                  <a:close/>
                </a:path>
                <a:path w="7181850" h="4514850">
                  <a:moveTo>
                    <a:pt x="2173351" y="0"/>
                  </a:moveTo>
                  <a:lnTo>
                    <a:pt x="2116201" y="0"/>
                  </a:lnTo>
                  <a:lnTo>
                    <a:pt x="2116201" y="19050"/>
                  </a:lnTo>
                  <a:lnTo>
                    <a:pt x="2173351" y="19050"/>
                  </a:lnTo>
                  <a:lnTo>
                    <a:pt x="2173351" y="0"/>
                  </a:lnTo>
                  <a:close/>
                </a:path>
                <a:path w="7181850" h="4514850">
                  <a:moveTo>
                    <a:pt x="2260498" y="4495800"/>
                  </a:moveTo>
                  <a:lnTo>
                    <a:pt x="2203348" y="4495800"/>
                  </a:lnTo>
                  <a:lnTo>
                    <a:pt x="2203348" y="4514850"/>
                  </a:lnTo>
                  <a:lnTo>
                    <a:pt x="2260498" y="4514850"/>
                  </a:lnTo>
                  <a:lnTo>
                    <a:pt x="2260498" y="4495800"/>
                  </a:lnTo>
                  <a:close/>
                </a:path>
                <a:path w="7181850" h="4514850">
                  <a:moveTo>
                    <a:pt x="2268677" y="0"/>
                  </a:moveTo>
                  <a:lnTo>
                    <a:pt x="2211527" y="0"/>
                  </a:lnTo>
                  <a:lnTo>
                    <a:pt x="2211527" y="19050"/>
                  </a:lnTo>
                  <a:lnTo>
                    <a:pt x="2268677" y="19050"/>
                  </a:lnTo>
                  <a:lnTo>
                    <a:pt x="2268677" y="0"/>
                  </a:lnTo>
                  <a:close/>
                </a:path>
                <a:path w="7181850" h="4514850">
                  <a:moveTo>
                    <a:pt x="2355824" y="4495800"/>
                  </a:moveTo>
                  <a:lnTo>
                    <a:pt x="2298674" y="4495800"/>
                  </a:lnTo>
                  <a:lnTo>
                    <a:pt x="2298674" y="4514850"/>
                  </a:lnTo>
                  <a:lnTo>
                    <a:pt x="2355824" y="4514850"/>
                  </a:lnTo>
                  <a:lnTo>
                    <a:pt x="2355824" y="4495800"/>
                  </a:lnTo>
                  <a:close/>
                </a:path>
                <a:path w="7181850" h="4514850">
                  <a:moveTo>
                    <a:pt x="2364003" y="0"/>
                  </a:moveTo>
                  <a:lnTo>
                    <a:pt x="2306853" y="0"/>
                  </a:lnTo>
                  <a:lnTo>
                    <a:pt x="2306853" y="19050"/>
                  </a:lnTo>
                  <a:lnTo>
                    <a:pt x="2364003" y="19050"/>
                  </a:lnTo>
                  <a:lnTo>
                    <a:pt x="2364003" y="0"/>
                  </a:lnTo>
                  <a:close/>
                </a:path>
                <a:path w="7181850" h="4514850">
                  <a:moveTo>
                    <a:pt x="2451150" y="4495800"/>
                  </a:moveTo>
                  <a:lnTo>
                    <a:pt x="2394000" y="4495800"/>
                  </a:lnTo>
                  <a:lnTo>
                    <a:pt x="2394000" y="4514850"/>
                  </a:lnTo>
                  <a:lnTo>
                    <a:pt x="2451150" y="4514850"/>
                  </a:lnTo>
                  <a:lnTo>
                    <a:pt x="2451150" y="4495800"/>
                  </a:lnTo>
                  <a:close/>
                </a:path>
                <a:path w="7181850" h="4514850">
                  <a:moveTo>
                    <a:pt x="2459342" y="0"/>
                  </a:moveTo>
                  <a:lnTo>
                    <a:pt x="2402192" y="0"/>
                  </a:lnTo>
                  <a:lnTo>
                    <a:pt x="2402192" y="19050"/>
                  </a:lnTo>
                  <a:lnTo>
                    <a:pt x="2459342" y="19050"/>
                  </a:lnTo>
                  <a:lnTo>
                    <a:pt x="2459342" y="0"/>
                  </a:lnTo>
                  <a:close/>
                </a:path>
                <a:path w="7181850" h="4514850">
                  <a:moveTo>
                    <a:pt x="2546477" y="4495800"/>
                  </a:moveTo>
                  <a:lnTo>
                    <a:pt x="2489327" y="4495800"/>
                  </a:lnTo>
                  <a:lnTo>
                    <a:pt x="2489327" y="4514850"/>
                  </a:lnTo>
                  <a:lnTo>
                    <a:pt x="2546477" y="4514850"/>
                  </a:lnTo>
                  <a:lnTo>
                    <a:pt x="2546477" y="4495800"/>
                  </a:lnTo>
                  <a:close/>
                </a:path>
                <a:path w="7181850" h="4514850">
                  <a:moveTo>
                    <a:pt x="2554668" y="0"/>
                  </a:moveTo>
                  <a:lnTo>
                    <a:pt x="2497518" y="0"/>
                  </a:lnTo>
                  <a:lnTo>
                    <a:pt x="2497518" y="19050"/>
                  </a:lnTo>
                  <a:lnTo>
                    <a:pt x="2554668" y="19050"/>
                  </a:lnTo>
                  <a:lnTo>
                    <a:pt x="2554668" y="0"/>
                  </a:lnTo>
                  <a:close/>
                </a:path>
                <a:path w="7181850" h="4514850">
                  <a:moveTo>
                    <a:pt x="2641803" y="4495800"/>
                  </a:moveTo>
                  <a:lnTo>
                    <a:pt x="2584653" y="4495800"/>
                  </a:lnTo>
                  <a:lnTo>
                    <a:pt x="2584653" y="4514850"/>
                  </a:lnTo>
                  <a:lnTo>
                    <a:pt x="2641803" y="4514850"/>
                  </a:lnTo>
                  <a:lnTo>
                    <a:pt x="2641803" y="4495800"/>
                  </a:lnTo>
                  <a:close/>
                </a:path>
                <a:path w="7181850" h="4514850">
                  <a:moveTo>
                    <a:pt x="2649994" y="0"/>
                  </a:moveTo>
                  <a:lnTo>
                    <a:pt x="2592844" y="0"/>
                  </a:lnTo>
                  <a:lnTo>
                    <a:pt x="2592844" y="19050"/>
                  </a:lnTo>
                  <a:lnTo>
                    <a:pt x="2649994" y="19050"/>
                  </a:lnTo>
                  <a:lnTo>
                    <a:pt x="2649994" y="0"/>
                  </a:lnTo>
                  <a:close/>
                </a:path>
                <a:path w="7181850" h="4514850">
                  <a:moveTo>
                    <a:pt x="2737142" y="4495800"/>
                  </a:moveTo>
                  <a:lnTo>
                    <a:pt x="2679992" y="4495800"/>
                  </a:lnTo>
                  <a:lnTo>
                    <a:pt x="2679992" y="4514850"/>
                  </a:lnTo>
                  <a:lnTo>
                    <a:pt x="2737142" y="4514850"/>
                  </a:lnTo>
                  <a:lnTo>
                    <a:pt x="2737142" y="4495800"/>
                  </a:lnTo>
                  <a:close/>
                </a:path>
                <a:path w="7181850" h="4514850">
                  <a:moveTo>
                    <a:pt x="2745321" y="0"/>
                  </a:moveTo>
                  <a:lnTo>
                    <a:pt x="2688171" y="0"/>
                  </a:lnTo>
                  <a:lnTo>
                    <a:pt x="2688171" y="19050"/>
                  </a:lnTo>
                  <a:lnTo>
                    <a:pt x="2745321" y="19050"/>
                  </a:lnTo>
                  <a:lnTo>
                    <a:pt x="2745321" y="0"/>
                  </a:lnTo>
                  <a:close/>
                </a:path>
                <a:path w="7181850" h="4514850">
                  <a:moveTo>
                    <a:pt x="2832468" y="4495800"/>
                  </a:moveTo>
                  <a:lnTo>
                    <a:pt x="2775318" y="4495800"/>
                  </a:lnTo>
                  <a:lnTo>
                    <a:pt x="2775318" y="4514850"/>
                  </a:lnTo>
                  <a:lnTo>
                    <a:pt x="2832468" y="4514850"/>
                  </a:lnTo>
                  <a:lnTo>
                    <a:pt x="2832468" y="4495800"/>
                  </a:lnTo>
                  <a:close/>
                </a:path>
                <a:path w="7181850" h="4514850">
                  <a:moveTo>
                    <a:pt x="2840647" y="0"/>
                  </a:moveTo>
                  <a:lnTo>
                    <a:pt x="2783497" y="0"/>
                  </a:lnTo>
                  <a:lnTo>
                    <a:pt x="2783497" y="19050"/>
                  </a:lnTo>
                  <a:lnTo>
                    <a:pt x="2840647" y="19050"/>
                  </a:lnTo>
                  <a:lnTo>
                    <a:pt x="2840647" y="0"/>
                  </a:lnTo>
                  <a:close/>
                </a:path>
                <a:path w="7181850" h="4514850">
                  <a:moveTo>
                    <a:pt x="2927794" y="4495800"/>
                  </a:moveTo>
                  <a:lnTo>
                    <a:pt x="2870644" y="4495800"/>
                  </a:lnTo>
                  <a:lnTo>
                    <a:pt x="2870644" y="4514850"/>
                  </a:lnTo>
                  <a:lnTo>
                    <a:pt x="2927794" y="4514850"/>
                  </a:lnTo>
                  <a:lnTo>
                    <a:pt x="2927794" y="4495800"/>
                  </a:lnTo>
                  <a:close/>
                </a:path>
                <a:path w="7181850" h="4514850">
                  <a:moveTo>
                    <a:pt x="2935973" y="0"/>
                  </a:moveTo>
                  <a:lnTo>
                    <a:pt x="2878823" y="0"/>
                  </a:lnTo>
                  <a:lnTo>
                    <a:pt x="2878823" y="19050"/>
                  </a:lnTo>
                  <a:lnTo>
                    <a:pt x="2935973" y="19050"/>
                  </a:lnTo>
                  <a:lnTo>
                    <a:pt x="2935973" y="0"/>
                  </a:lnTo>
                  <a:close/>
                </a:path>
                <a:path w="7181850" h="4514850">
                  <a:moveTo>
                    <a:pt x="3023120" y="4495800"/>
                  </a:moveTo>
                  <a:lnTo>
                    <a:pt x="2965970" y="4495800"/>
                  </a:lnTo>
                  <a:lnTo>
                    <a:pt x="2965970" y="4514850"/>
                  </a:lnTo>
                  <a:lnTo>
                    <a:pt x="3023120" y="4514850"/>
                  </a:lnTo>
                  <a:lnTo>
                    <a:pt x="3023120" y="4495800"/>
                  </a:lnTo>
                  <a:close/>
                </a:path>
                <a:path w="7181850" h="4514850">
                  <a:moveTo>
                    <a:pt x="3031312" y="0"/>
                  </a:moveTo>
                  <a:lnTo>
                    <a:pt x="2974162" y="0"/>
                  </a:lnTo>
                  <a:lnTo>
                    <a:pt x="2974162" y="19050"/>
                  </a:lnTo>
                  <a:lnTo>
                    <a:pt x="3031312" y="19050"/>
                  </a:lnTo>
                  <a:lnTo>
                    <a:pt x="3031312" y="0"/>
                  </a:lnTo>
                  <a:close/>
                </a:path>
                <a:path w="7181850" h="4514850">
                  <a:moveTo>
                    <a:pt x="3118447" y="4495800"/>
                  </a:moveTo>
                  <a:lnTo>
                    <a:pt x="3061297" y="4495800"/>
                  </a:lnTo>
                  <a:lnTo>
                    <a:pt x="3061297" y="4514850"/>
                  </a:lnTo>
                  <a:lnTo>
                    <a:pt x="3118447" y="4514850"/>
                  </a:lnTo>
                  <a:lnTo>
                    <a:pt x="3118447" y="4495800"/>
                  </a:lnTo>
                  <a:close/>
                </a:path>
                <a:path w="7181850" h="4514850">
                  <a:moveTo>
                    <a:pt x="3126638" y="0"/>
                  </a:moveTo>
                  <a:lnTo>
                    <a:pt x="3069488" y="0"/>
                  </a:lnTo>
                  <a:lnTo>
                    <a:pt x="3069488" y="19050"/>
                  </a:lnTo>
                  <a:lnTo>
                    <a:pt x="3126638" y="19050"/>
                  </a:lnTo>
                  <a:lnTo>
                    <a:pt x="3126638" y="0"/>
                  </a:lnTo>
                  <a:close/>
                </a:path>
                <a:path w="7181850" h="4514850">
                  <a:moveTo>
                    <a:pt x="3213785" y="4495800"/>
                  </a:moveTo>
                  <a:lnTo>
                    <a:pt x="3156635" y="4495800"/>
                  </a:lnTo>
                  <a:lnTo>
                    <a:pt x="3156635" y="4514850"/>
                  </a:lnTo>
                  <a:lnTo>
                    <a:pt x="3213785" y="4514850"/>
                  </a:lnTo>
                  <a:lnTo>
                    <a:pt x="3213785" y="4495800"/>
                  </a:lnTo>
                  <a:close/>
                </a:path>
                <a:path w="7181850" h="4514850">
                  <a:moveTo>
                    <a:pt x="3221964" y="0"/>
                  </a:moveTo>
                  <a:lnTo>
                    <a:pt x="3164814" y="0"/>
                  </a:lnTo>
                  <a:lnTo>
                    <a:pt x="3164814" y="19050"/>
                  </a:lnTo>
                  <a:lnTo>
                    <a:pt x="3221964" y="19050"/>
                  </a:lnTo>
                  <a:lnTo>
                    <a:pt x="3221964" y="0"/>
                  </a:lnTo>
                  <a:close/>
                </a:path>
                <a:path w="7181850" h="4514850">
                  <a:moveTo>
                    <a:pt x="3309112" y="4495800"/>
                  </a:moveTo>
                  <a:lnTo>
                    <a:pt x="3251962" y="4495800"/>
                  </a:lnTo>
                  <a:lnTo>
                    <a:pt x="3251962" y="4514850"/>
                  </a:lnTo>
                  <a:lnTo>
                    <a:pt x="3309112" y="4514850"/>
                  </a:lnTo>
                  <a:lnTo>
                    <a:pt x="3309112" y="4495800"/>
                  </a:lnTo>
                  <a:close/>
                </a:path>
                <a:path w="7181850" h="4514850">
                  <a:moveTo>
                    <a:pt x="3317290" y="0"/>
                  </a:moveTo>
                  <a:lnTo>
                    <a:pt x="3260140" y="0"/>
                  </a:lnTo>
                  <a:lnTo>
                    <a:pt x="3260140" y="19050"/>
                  </a:lnTo>
                  <a:lnTo>
                    <a:pt x="3317290" y="19050"/>
                  </a:lnTo>
                  <a:lnTo>
                    <a:pt x="3317290" y="0"/>
                  </a:lnTo>
                  <a:close/>
                </a:path>
                <a:path w="7181850" h="4514850">
                  <a:moveTo>
                    <a:pt x="3404438" y="4495800"/>
                  </a:moveTo>
                  <a:lnTo>
                    <a:pt x="3347288" y="4495800"/>
                  </a:lnTo>
                  <a:lnTo>
                    <a:pt x="3347288" y="4514850"/>
                  </a:lnTo>
                  <a:lnTo>
                    <a:pt x="3404438" y="4514850"/>
                  </a:lnTo>
                  <a:lnTo>
                    <a:pt x="3404438" y="4495800"/>
                  </a:lnTo>
                  <a:close/>
                </a:path>
                <a:path w="7181850" h="4514850">
                  <a:moveTo>
                    <a:pt x="3412617" y="0"/>
                  </a:moveTo>
                  <a:lnTo>
                    <a:pt x="3355467" y="0"/>
                  </a:lnTo>
                  <a:lnTo>
                    <a:pt x="3355467" y="19050"/>
                  </a:lnTo>
                  <a:lnTo>
                    <a:pt x="3412617" y="19050"/>
                  </a:lnTo>
                  <a:lnTo>
                    <a:pt x="3412617" y="0"/>
                  </a:lnTo>
                  <a:close/>
                </a:path>
                <a:path w="7181850" h="4514850">
                  <a:moveTo>
                    <a:pt x="3499764" y="4495800"/>
                  </a:moveTo>
                  <a:lnTo>
                    <a:pt x="3442614" y="4495800"/>
                  </a:lnTo>
                  <a:lnTo>
                    <a:pt x="3442614" y="4514850"/>
                  </a:lnTo>
                  <a:lnTo>
                    <a:pt x="3499764" y="4514850"/>
                  </a:lnTo>
                  <a:lnTo>
                    <a:pt x="3499764" y="4495800"/>
                  </a:lnTo>
                  <a:close/>
                </a:path>
                <a:path w="7181850" h="4514850">
                  <a:moveTo>
                    <a:pt x="3507943" y="0"/>
                  </a:moveTo>
                  <a:lnTo>
                    <a:pt x="3450793" y="0"/>
                  </a:lnTo>
                  <a:lnTo>
                    <a:pt x="3450793" y="19050"/>
                  </a:lnTo>
                  <a:lnTo>
                    <a:pt x="3507943" y="19050"/>
                  </a:lnTo>
                  <a:lnTo>
                    <a:pt x="3507943" y="0"/>
                  </a:lnTo>
                  <a:close/>
                </a:path>
                <a:path w="7181850" h="4514850">
                  <a:moveTo>
                    <a:pt x="3595090" y="4495800"/>
                  </a:moveTo>
                  <a:lnTo>
                    <a:pt x="3537940" y="4495800"/>
                  </a:lnTo>
                  <a:lnTo>
                    <a:pt x="3537940" y="4514850"/>
                  </a:lnTo>
                  <a:lnTo>
                    <a:pt x="3595090" y="4514850"/>
                  </a:lnTo>
                  <a:lnTo>
                    <a:pt x="3595090" y="4495800"/>
                  </a:lnTo>
                  <a:close/>
                </a:path>
                <a:path w="7181850" h="4514850">
                  <a:moveTo>
                    <a:pt x="3603282" y="0"/>
                  </a:moveTo>
                  <a:lnTo>
                    <a:pt x="3546132" y="0"/>
                  </a:lnTo>
                  <a:lnTo>
                    <a:pt x="3546132" y="19050"/>
                  </a:lnTo>
                  <a:lnTo>
                    <a:pt x="3603282" y="19050"/>
                  </a:lnTo>
                  <a:lnTo>
                    <a:pt x="3603282" y="0"/>
                  </a:lnTo>
                  <a:close/>
                </a:path>
                <a:path w="7181850" h="4514850">
                  <a:moveTo>
                    <a:pt x="3690416" y="4495800"/>
                  </a:moveTo>
                  <a:lnTo>
                    <a:pt x="3633266" y="4495800"/>
                  </a:lnTo>
                  <a:lnTo>
                    <a:pt x="3633266" y="4514850"/>
                  </a:lnTo>
                  <a:lnTo>
                    <a:pt x="3690416" y="4514850"/>
                  </a:lnTo>
                  <a:lnTo>
                    <a:pt x="3690416" y="4495800"/>
                  </a:lnTo>
                  <a:close/>
                </a:path>
                <a:path w="7181850" h="4514850">
                  <a:moveTo>
                    <a:pt x="3698608" y="0"/>
                  </a:moveTo>
                  <a:lnTo>
                    <a:pt x="3641458" y="0"/>
                  </a:lnTo>
                  <a:lnTo>
                    <a:pt x="3641458" y="19050"/>
                  </a:lnTo>
                  <a:lnTo>
                    <a:pt x="3698608" y="19050"/>
                  </a:lnTo>
                  <a:lnTo>
                    <a:pt x="3698608" y="0"/>
                  </a:lnTo>
                  <a:close/>
                </a:path>
                <a:path w="7181850" h="4514850">
                  <a:moveTo>
                    <a:pt x="3785755" y="4495800"/>
                  </a:moveTo>
                  <a:lnTo>
                    <a:pt x="3728605" y="4495800"/>
                  </a:lnTo>
                  <a:lnTo>
                    <a:pt x="3728605" y="4514850"/>
                  </a:lnTo>
                  <a:lnTo>
                    <a:pt x="3785755" y="4514850"/>
                  </a:lnTo>
                  <a:lnTo>
                    <a:pt x="3785755" y="4495800"/>
                  </a:lnTo>
                  <a:close/>
                </a:path>
                <a:path w="7181850" h="4514850">
                  <a:moveTo>
                    <a:pt x="3793934" y="0"/>
                  </a:moveTo>
                  <a:lnTo>
                    <a:pt x="3736784" y="0"/>
                  </a:lnTo>
                  <a:lnTo>
                    <a:pt x="3736784" y="19050"/>
                  </a:lnTo>
                  <a:lnTo>
                    <a:pt x="3793934" y="19050"/>
                  </a:lnTo>
                  <a:lnTo>
                    <a:pt x="3793934" y="0"/>
                  </a:lnTo>
                  <a:close/>
                </a:path>
                <a:path w="7181850" h="4514850">
                  <a:moveTo>
                    <a:pt x="3881082" y="4495800"/>
                  </a:moveTo>
                  <a:lnTo>
                    <a:pt x="3823932" y="4495800"/>
                  </a:lnTo>
                  <a:lnTo>
                    <a:pt x="3823932" y="4514850"/>
                  </a:lnTo>
                  <a:lnTo>
                    <a:pt x="3881082" y="4514850"/>
                  </a:lnTo>
                  <a:lnTo>
                    <a:pt x="3881082" y="4495800"/>
                  </a:lnTo>
                  <a:close/>
                </a:path>
                <a:path w="7181850" h="4514850">
                  <a:moveTo>
                    <a:pt x="3889260" y="0"/>
                  </a:moveTo>
                  <a:lnTo>
                    <a:pt x="3832110" y="0"/>
                  </a:lnTo>
                  <a:lnTo>
                    <a:pt x="3832110" y="19050"/>
                  </a:lnTo>
                  <a:lnTo>
                    <a:pt x="3889260" y="19050"/>
                  </a:lnTo>
                  <a:lnTo>
                    <a:pt x="3889260" y="0"/>
                  </a:lnTo>
                  <a:close/>
                </a:path>
                <a:path w="7181850" h="4514850">
                  <a:moveTo>
                    <a:pt x="3976408" y="4495800"/>
                  </a:moveTo>
                  <a:lnTo>
                    <a:pt x="3919258" y="4495800"/>
                  </a:lnTo>
                  <a:lnTo>
                    <a:pt x="3919258" y="4514850"/>
                  </a:lnTo>
                  <a:lnTo>
                    <a:pt x="3976408" y="4514850"/>
                  </a:lnTo>
                  <a:lnTo>
                    <a:pt x="3976408" y="4495800"/>
                  </a:lnTo>
                  <a:close/>
                </a:path>
                <a:path w="7181850" h="4514850">
                  <a:moveTo>
                    <a:pt x="3984587" y="0"/>
                  </a:moveTo>
                  <a:lnTo>
                    <a:pt x="3927437" y="0"/>
                  </a:lnTo>
                  <a:lnTo>
                    <a:pt x="3927437" y="19050"/>
                  </a:lnTo>
                  <a:lnTo>
                    <a:pt x="3984587" y="19050"/>
                  </a:lnTo>
                  <a:lnTo>
                    <a:pt x="3984587" y="0"/>
                  </a:lnTo>
                  <a:close/>
                </a:path>
                <a:path w="7181850" h="4514850">
                  <a:moveTo>
                    <a:pt x="4071734" y="4495800"/>
                  </a:moveTo>
                  <a:lnTo>
                    <a:pt x="4014584" y="4495800"/>
                  </a:lnTo>
                  <a:lnTo>
                    <a:pt x="4014584" y="4514850"/>
                  </a:lnTo>
                  <a:lnTo>
                    <a:pt x="4071734" y="4514850"/>
                  </a:lnTo>
                  <a:lnTo>
                    <a:pt x="4071734" y="4495800"/>
                  </a:lnTo>
                  <a:close/>
                </a:path>
                <a:path w="7181850" h="4514850">
                  <a:moveTo>
                    <a:pt x="4079925" y="0"/>
                  </a:moveTo>
                  <a:lnTo>
                    <a:pt x="4022763" y="0"/>
                  </a:lnTo>
                  <a:lnTo>
                    <a:pt x="4022763" y="19050"/>
                  </a:lnTo>
                  <a:lnTo>
                    <a:pt x="4079925" y="19050"/>
                  </a:lnTo>
                  <a:lnTo>
                    <a:pt x="4079925" y="0"/>
                  </a:lnTo>
                  <a:close/>
                </a:path>
                <a:path w="7181850" h="4514850">
                  <a:moveTo>
                    <a:pt x="4167060" y="4495800"/>
                  </a:moveTo>
                  <a:lnTo>
                    <a:pt x="4109910" y="4495800"/>
                  </a:lnTo>
                  <a:lnTo>
                    <a:pt x="4109910" y="4514850"/>
                  </a:lnTo>
                  <a:lnTo>
                    <a:pt x="4167060" y="4514850"/>
                  </a:lnTo>
                  <a:lnTo>
                    <a:pt x="4167060" y="4495800"/>
                  </a:lnTo>
                  <a:close/>
                </a:path>
                <a:path w="7181850" h="4514850">
                  <a:moveTo>
                    <a:pt x="4175252" y="0"/>
                  </a:moveTo>
                  <a:lnTo>
                    <a:pt x="4118102" y="0"/>
                  </a:lnTo>
                  <a:lnTo>
                    <a:pt x="4118102" y="19050"/>
                  </a:lnTo>
                  <a:lnTo>
                    <a:pt x="4175252" y="19050"/>
                  </a:lnTo>
                  <a:lnTo>
                    <a:pt x="4175252" y="0"/>
                  </a:lnTo>
                  <a:close/>
                </a:path>
                <a:path w="7181850" h="4514850">
                  <a:moveTo>
                    <a:pt x="4262386" y="4495800"/>
                  </a:moveTo>
                  <a:lnTo>
                    <a:pt x="4205236" y="4495800"/>
                  </a:lnTo>
                  <a:lnTo>
                    <a:pt x="4205236" y="4514850"/>
                  </a:lnTo>
                  <a:lnTo>
                    <a:pt x="4262386" y="4514850"/>
                  </a:lnTo>
                  <a:lnTo>
                    <a:pt x="4262386" y="4495800"/>
                  </a:lnTo>
                  <a:close/>
                </a:path>
                <a:path w="7181850" h="4514850">
                  <a:moveTo>
                    <a:pt x="4270578" y="0"/>
                  </a:moveTo>
                  <a:lnTo>
                    <a:pt x="4213428" y="0"/>
                  </a:lnTo>
                  <a:lnTo>
                    <a:pt x="4213428" y="19050"/>
                  </a:lnTo>
                  <a:lnTo>
                    <a:pt x="4270578" y="19050"/>
                  </a:lnTo>
                  <a:lnTo>
                    <a:pt x="4270578" y="0"/>
                  </a:lnTo>
                  <a:close/>
                </a:path>
                <a:path w="7181850" h="4514850">
                  <a:moveTo>
                    <a:pt x="4357725" y="4495800"/>
                  </a:moveTo>
                  <a:lnTo>
                    <a:pt x="4300575" y="4495800"/>
                  </a:lnTo>
                  <a:lnTo>
                    <a:pt x="4300575" y="4514850"/>
                  </a:lnTo>
                  <a:lnTo>
                    <a:pt x="4357725" y="4514850"/>
                  </a:lnTo>
                  <a:lnTo>
                    <a:pt x="4357725" y="4495800"/>
                  </a:lnTo>
                  <a:close/>
                </a:path>
                <a:path w="7181850" h="4514850">
                  <a:moveTo>
                    <a:pt x="4365904" y="0"/>
                  </a:moveTo>
                  <a:lnTo>
                    <a:pt x="4308754" y="0"/>
                  </a:lnTo>
                  <a:lnTo>
                    <a:pt x="4308754" y="19050"/>
                  </a:lnTo>
                  <a:lnTo>
                    <a:pt x="4365904" y="19050"/>
                  </a:lnTo>
                  <a:lnTo>
                    <a:pt x="4365904" y="0"/>
                  </a:lnTo>
                  <a:close/>
                </a:path>
                <a:path w="7181850" h="4514850">
                  <a:moveTo>
                    <a:pt x="4453052" y="4495800"/>
                  </a:moveTo>
                  <a:lnTo>
                    <a:pt x="4395902" y="4495800"/>
                  </a:lnTo>
                  <a:lnTo>
                    <a:pt x="4395902" y="4514850"/>
                  </a:lnTo>
                  <a:lnTo>
                    <a:pt x="4453052" y="4514850"/>
                  </a:lnTo>
                  <a:lnTo>
                    <a:pt x="4453052" y="4495800"/>
                  </a:lnTo>
                  <a:close/>
                </a:path>
                <a:path w="7181850" h="4514850">
                  <a:moveTo>
                    <a:pt x="4461230" y="0"/>
                  </a:moveTo>
                  <a:lnTo>
                    <a:pt x="4404080" y="0"/>
                  </a:lnTo>
                  <a:lnTo>
                    <a:pt x="4404080" y="19050"/>
                  </a:lnTo>
                  <a:lnTo>
                    <a:pt x="4461230" y="19050"/>
                  </a:lnTo>
                  <a:lnTo>
                    <a:pt x="4461230" y="0"/>
                  </a:lnTo>
                  <a:close/>
                </a:path>
                <a:path w="7181850" h="4514850">
                  <a:moveTo>
                    <a:pt x="4548378" y="4495800"/>
                  </a:moveTo>
                  <a:lnTo>
                    <a:pt x="4491228" y="4495800"/>
                  </a:lnTo>
                  <a:lnTo>
                    <a:pt x="4491228" y="4514850"/>
                  </a:lnTo>
                  <a:lnTo>
                    <a:pt x="4548378" y="4514850"/>
                  </a:lnTo>
                  <a:lnTo>
                    <a:pt x="4548378" y="4495800"/>
                  </a:lnTo>
                  <a:close/>
                </a:path>
                <a:path w="7181850" h="4514850">
                  <a:moveTo>
                    <a:pt x="4556557" y="0"/>
                  </a:moveTo>
                  <a:lnTo>
                    <a:pt x="4499407" y="0"/>
                  </a:lnTo>
                  <a:lnTo>
                    <a:pt x="4499407" y="19050"/>
                  </a:lnTo>
                  <a:lnTo>
                    <a:pt x="4556557" y="19050"/>
                  </a:lnTo>
                  <a:lnTo>
                    <a:pt x="4556557" y="0"/>
                  </a:lnTo>
                  <a:close/>
                </a:path>
                <a:path w="7181850" h="4514850">
                  <a:moveTo>
                    <a:pt x="4643704" y="4495800"/>
                  </a:moveTo>
                  <a:lnTo>
                    <a:pt x="4586554" y="4495800"/>
                  </a:lnTo>
                  <a:lnTo>
                    <a:pt x="4586554" y="4514850"/>
                  </a:lnTo>
                  <a:lnTo>
                    <a:pt x="4643704" y="4514850"/>
                  </a:lnTo>
                  <a:lnTo>
                    <a:pt x="4643704" y="4495800"/>
                  </a:lnTo>
                  <a:close/>
                </a:path>
                <a:path w="7181850" h="4514850">
                  <a:moveTo>
                    <a:pt x="4651895" y="0"/>
                  </a:moveTo>
                  <a:lnTo>
                    <a:pt x="4594745" y="0"/>
                  </a:lnTo>
                  <a:lnTo>
                    <a:pt x="4594745" y="19050"/>
                  </a:lnTo>
                  <a:lnTo>
                    <a:pt x="4651895" y="19050"/>
                  </a:lnTo>
                  <a:lnTo>
                    <a:pt x="4651895" y="0"/>
                  </a:lnTo>
                  <a:close/>
                </a:path>
                <a:path w="7181850" h="4514850">
                  <a:moveTo>
                    <a:pt x="4739030" y="4495800"/>
                  </a:moveTo>
                  <a:lnTo>
                    <a:pt x="4681880" y="4495800"/>
                  </a:lnTo>
                  <a:lnTo>
                    <a:pt x="4681880" y="4514850"/>
                  </a:lnTo>
                  <a:lnTo>
                    <a:pt x="4739030" y="4514850"/>
                  </a:lnTo>
                  <a:lnTo>
                    <a:pt x="4739030" y="4495800"/>
                  </a:lnTo>
                  <a:close/>
                </a:path>
                <a:path w="7181850" h="4514850">
                  <a:moveTo>
                    <a:pt x="4747222" y="0"/>
                  </a:moveTo>
                  <a:lnTo>
                    <a:pt x="4690072" y="0"/>
                  </a:lnTo>
                  <a:lnTo>
                    <a:pt x="4690072" y="19050"/>
                  </a:lnTo>
                  <a:lnTo>
                    <a:pt x="4747222" y="19050"/>
                  </a:lnTo>
                  <a:lnTo>
                    <a:pt x="4747222" y="0"/>
                  </a:lnTo>
                  <a:close/>
                </a:path>
                <a:path w="7181850" h="4514850">
                  <a:moveTo>
                    <a:pt x="4834356" y="4495800"/>
                  </a:moveTo>
                  <a:lnTo>
                    <a:pt x="4777206" y="4495800"/>
                  </a:lnTo>
                  <a:lnTo>
                    <a:pt x="4777206" y="4514850"/>
                  </a:lnTo>
                  <a:lnTo>
                    <a:pt x="4834356" y="4514850"/>
                  </a:lnTo>
                  <a:lnTo>
                    <a:pt x="4834356" y="4495800"/>
                  </a:lnTo>
                  <a:close/>
                </a:path>
                <a:path w="7181850" h="4514850">
                  <a:moveTo>
                    <a:pt x="4842548" y="0"/>
                  </a:moveTo>
                  <a:lnTo>
                    <a:pt x="4785398" y="0"/>
                  </a:lnTo>
                  <a:lnTo>
                    <a:pt x="4785398" y="19050"/>
                  </a:lnTo>
                  <a:lnTo>
                    <a:pt x="4842548" y="19050"/>
                  </a:lnTo>
                  <a:lnTo>
                    <a:pt x="4842548" y="0"/>
                  </a:lnTo>
                  <a:close/>
                </a:path>
                <a:path w="7181850" h="4514850">
                  <a:moveTo>
                    <a:pt x="4929695" y="4495800"/>
                  </a:moveTo>
                  <a:lnTo>
                    <a:pt x="4872545" y="4495800"/>
                  </a:lnTo>
                  <a:lnTo>
                    <a:pt x="4872545" y="4514850"/>
                  </a:lnTo>
                  <a:lnTo>
                    <a:pt x="4929695" y="4514850"/>
                  </a:lnTo>
                  <a:lnTo>
                    <a:pt x="4929695" y="4495800"/>
                  </a:lnTo>
                  <a:close/>
                </a:path>
                <a:path w="7181850" h="4514850">
                  <a:moveTo>
                    <a:pt x="4937874" y="0"/>
                  </a:moveTo>
                  <a:lnTo>
                    <a:pt x="4880724" y="0"/>
                  </a:lnTo>
                  <a:lnTo>
                    <a:pt x="4880724" y="19050"/>
                  </a:lnTo>
                  <a:lnTo>
                    <a:pt x="4937874" y="19050"/>
                  </a:lnTo>
                  <a:lnTo>
                    <a:pt x="4937874" y="0"/>
                  </a:lnTo>
                  <a:close/>
                </a:path>
                <a:path w="7181850" h="4514850">
                  <a:moveTo>
                    <a:pt x="5025021" y="4495800"/>
                  </a:moveTo>
                  <a:lnTo>
                    <a:pt x="4967871" y="4495800"/>
                  </a:lnTo>
                  <a:lnTo>
                    <a:pt x="4967871" y="4514850"/>
                  </a:lnTo>
                  <a:lnTo>
                    <a:pt x="5025021" y="4514850"/>
                  </a:lnTo>
                  <a:lnTo>
                    <a:pt x="5025021" y="4495800"/>
                  </a:lnTo>
                  <a:close/>
                </a:path>
                <a:path w="7181850" h="4514850">
                  <a:moveTo>
                    <a:pt x="5033200" y="0"/>
                  </a:moveTo>
                  <a:lnTo>
                    <a:pt x="4976050" y="0"/>
                  </a:lnTo>
                  <a:lnTo>
                    <a:pt x="4976050" y="19050"/>
                  </a:lnTo>
                  <a:lnTo>
                    <a:pt x="5033200" y="19050"/>
                  </a:lnTo>
                  <a:lnTo>
                    <a:pt x="5033200" y="0"/>
                  </a:lnTo>
                  <a:close/>
                </a:path>
                <a:path w="7181850" h="4514850">
                  <a:moveTo>
                    <a:pt x="5120348" y="4495800"/>
                  </a:moveTo>
                  <a:lnTo>
                    <a:pt x="5063198" y="4495800"/>
                  </a:lnTo>
                  <a:lnTo>
                    <a:pt x="5063198" y="4514850"/>
                  </a:lnTo>
                  <a:lnTo>
                    <a:pt x="5120348" y="4514850"/>
                  </a:lnTo>
                  <a:lnTo>
                    <a:pt x="5120348" y="4495800"/>
                  </a:lnTo>
                  <a:close/>
                </a:path>
                <a:path w="7181850" h="4514850">
                  <a:moveTo>
                    <a:pt x="5128526" y="0"/>
                  </a:moveTo>
                  <a:lnTo>
                    <a:pt x="5071376" y="0"/>
                  </a:lnTo>
                  <a:lnTo>
                    <a:pt x="5071376" y="19050"/>
                  </a:lnTo>
                  <a:lnTo>
                    <a:pt x="5128526" y="19050"/>
                  </a:lnTo>
                  <a:lnTo>
                    <a:pt x="5128526" y="0"/>
                  </a:lnTo>
                  <a:close/>
                </a:path>
                <a:path w="7181850" h="4514850">
                  <a:moveTo>
                    <a:pt x="5215674" y="4495800"/>
                  </a:moveTo>
                  <a:lnTo>
                    <a:pt x="5158524" y="4495800"/>
                  </a:lnTo>
                  <a:lnTo>
                    <a:pt x="5158524" y="4514850"/>
                  </a:lnTo>
                  <a:lnTo>
                    <a:pt x="5215674" y="4514850"/>
                  </a:lnTo>
                  <a:lnTo>
                    <a:pt x="5215674" y="4495800"/>
                  </a:lnTo>
                  <a:close/>
                </a:path>
                <a:path w="7181850" h="4514850">
                  <a:moveTo>
                    <a:pt x="5223865" y="0"/>
                  </a:moveTo>
                  <a:lnTo>
                    <a:pt x="5166715" y="0"/>
                  </a:lnTo>
                  <a:lnTo>
                    <a:pt x="5166715" y="19050"/>
                  </a:lnTo>
                  <a:lnTo>
                    <a:pt x="5223865" y="19050"/>
                  </a:lnTo>
                  <a:lnTo>
                    <a:pt x="5223865" y="0"/>
                  </a:lnTo>
                  <a:close/>
                </a:path>
                <a:path w="7181850" h="4514850">
                  <a:moveTo>
                    <a:pt x="5311000" y="4495800"/>
                  </a:moveTo>
                  <a:lnTo>
                    <a:pt x="5253850" y="4495800"/>
                  </a:lnTo>
                  <a:lnTo>
                    <a:pt x="5253850" y="4514850"/>
                  </a:lnTo>
                  <a:lnTo>
                    <a:pt x="5311000" y="4514850"/>
                  </a:lnTo>
                  <a:lnTo>
                    <a:pt x="5311000" y="4495800"/>
                  </a:lnTo>
                  <a:close/>
                </a:path>
                <a:path w="7181850" h="4514850">
                  <a:moveTo>
                    <a:pt x="5319192" y="0"/>
                  </a:moveTo>
                  <a:lnTo>
                    <a:pt x="5262042" y="0"/>
                  </a:lnTo>
                  <a:lnTo>
                    <a:pt x="5262042" y="19050"/>
                  </a:lnTo>
                  <a:lnTo>
                    <a:pt x="5319192" y="19050"/>
                  </a:lnTo>
                  <a:lnTo>
                    <a:pt x="5319192" y="0"/>
                  </a:lnTo>
                  <a:close/>
                </a:path>
                <a:path w="7181850" h="4514850">
                  <a:moveTo>
                    <a:pt x="5406339" y="4495800"/>
                  </a:moveTo>
                  <a:lnTo>
                    <a:pt x="5349189" y="4495800"/>
                  </a:lnTo>
                  <a:lnTo>
                    <a:pt x="5349189" y="4514850"/>
                  </a:lnTo>
                  <a:lnTo>
                    <a:pt x="5406339" y="4514850"/>
                  </a:lnTo>
                  <a:lnTo>
                    <a:pt x="5406339" y="4495800"/>
                  </a:lnTo>
                  <a:close/>
                </a:path>
                <a:path w="7181850" h="4514850">
                  <a:moveTo>
                    <a:pt x="5414518" y="0"/>
                  </a:moveTo>
                  <a:lnTo>
                    <a:pt x="5357368" y="0"/>
                  </a:lnTo>
                  <a:lnTo>
                    <a:pt x="5357368" y="19050"/>
                  </a:lnTo>
                  <a:lnTo>
                    <a:pt x="5414518" y="19050"/>
                  </a:lnTo>
                  <a:lnTo>
                    <a:pt x="5414518" y="0"/>
                  </a:lnTo>
                  <a:close/>
                </a:path>
                <a:path w="7181850" h="4514850">
                  <a:moveTo>
                    <a:pt x="5501665" y="4495800"/>
                  </a:moveTo>
                  <a:lnTo>
                    <a:pt x="5444515" y="4495800"/>
                  </a:lnTo>
                  <a:lnTo>
                    <a:pt x="5444515" y="4514850"/>
                  </a:lnTo>
                  <a:lnTo>
                    <a:pt x="5501665" y="4514850"/>
                  </a:lnTo>
                  <a:lnTo>
                    <a:pt x="5501665" y="4495800"/>
                  </a:lnTo>
                  <a:close/>
                </a:path>
                <a:path w="7181850" h="4514850">
                  <a:moveTo>
                    <a:pt x="5509844" y="0"/>
                  </a:moveTo>
                  <a:lnTo>
                    <a:pt x="5452694" y="0"/>
                  </a:lnTo>
                  <a:lnTo>
                    <a:pt x="5452694" y="19050"/>
                  </a:lnTo>
                  <a:lnTo>
                    <a:pt x="5509844" y="19050"/>
                  </a:lnTo>
                  <a:lnTo>
                    <a:pt x="5509844" y="0"/>
                  </a:lnTo>
                  <a:close/>
                </a:path>
                <a:path w="7181850" h="4514850">
                  <a:moveTo>
                    <a:pt x="5596991" y="4495800"/>
                  </a:moveTo>
                  <a:lnTo>
                    <a:pt x="5539841" y="4495800"/>
                  </a:lnTo>
                  <a:lnTo>
                    <a:pt x="5539841" y="4514850"/>
                  </a:lnTo>
                  <a:lnTo>
                    <a:pt x="5596991" y="4514850"/>
                  </a:lnTo>
                  <a:lnTo>
                    <a:pt x="5596991" y="4495800"/>
                  </a:lnTo>
                  <a:close/>
                </a:path>
                <a:path w="7181850" h="4514850">
                  <a:moveTo>
                    <a:pt x="5605170" y="0"/>
                  </a:moveTo>
                  <a:lnTo>
                    <a:pt x="5548020" y="0"/>
                  </a:lnTo>
                  <a:lnTo>
                    <a:pt x="5548020" y="19050"/>
                  </a:lnTo>
                  <a:lnTo>
                    <a:pt x="5605170" y="19050"/>
                  </a:lnTo>
                  <a:lnTo>
                    <a:pt x="5605170" y="0"/>
                  </a:lnTo>
                  <a:close/>
                </a:path>
                <a:path w="7181850" h="4514850">
                  <a:moveTo>
                    <a:pt x="5692318" y="4495800"/>
                  </a:moveTo>
                  <a:lnTo>
                    <a:pt x="5635168" y="4495800"/>
                  </a:lnTo>
                  <a:lnTo>
                    <a:pt x="5635168" y="4514850"/>
                  </a:lnTo>
                  <a:lnTo>
                    <a:pt x="5692318" y="4514850"/>
                  </a:lnTo>
                  <a:lnTo>
                    <a:pt x="5692318" y="4495800"/>
                  </a:lnTo>
                  <a:close/>
                </a:path>
                <a:path w="7181850" h="4514850">
                  <a:moveTo>
                    <a:pt x="5700496" y="0"/>
                  </a:moveTo>
                  <a:lnTo>
                    <a:pt x="5643346" y="0"/>
                  </a:lnTo>
                  <a:lnTo>
                    <a:pt x="5643346" y="19050"/>
                  </a:lnTo>
                  <a:lnTo>
                    <a:pt x="5700496" y="19050"/>
                  </a:lnTo>
                  <a:lnTo>
                    <a:pt x="5700496" y="0"/>
                  </a:lnTo>
                  <a:close/>
                </a:path>
                <a:path w="7181850" h="4514850">
                  <a:moveTo>
                    <a:pt x="5787644" y="4495800"/>
                  </a:moveTo>
                  <a:lnTo>
                    <a:pt x="5730494" y="4495800"/>
                  </a:lnTo>
                  <a:lnTo>
                    <a:pt x="5730494" y="4514850"/>
                  </a:lnTo>
                  <a:lnTo>
                    <a:pt x="5787644" y="4514850"/>
                  </a:lnTo>
                  <a:lnTo>
                    <a:pt x="5787644" y="4495800"/>
                  </a:lnTo>
                  <a:close/>
                </a:path>
                <a:path w="7181850" h="4514850">
                  <a:moveTo>
                    <a:pt x="5795835" y="0"/>
                  </a:moveTo>
                  <a:lnTo>
                    <a:pt x="5738685" y="0"/>
                  </a:lnTo>
                  <a:lnTo>
                    <a:pt x="5738685" y="19050"/>
                  </a:lnTo>
                  <a:lnTo>
                    <a:pt x="5795835" y="19050"/>
                  </a:lnTo>
                  <a:lnTo>
                    <a:pt x="5795835" y="0"/>
                  </a:lnTo>
                  <a:close/>
                </a:path>
                <a:path w="7181850" h="4514850">
                  <a:moveTo>
                    <a:pt x="5882970" y="4495800"/>
                  </a:moveTo>
                  <a:lnTo>
                    <a:pt x="5825820" y="4495800"/>
                  </a:lnTo>
                  <a:lnTo>
                    <a:pt x="5825820" y="4514850"/>
                  </a:lnTo>
                  <a:lnTo>
                    <a:pt x="5882970" y="4514850"/>
                  </a:lnTo>
                  <a:lnTo>
                    <a:pt x="5882970" y="4495800"/>
                  </a:lnTo>
                  <a:close/>
                </a:path>
                <a:path w="7181850" h="4514850">
                  <a:moveTo>
                    <a:pt x="5891161" y="0"/>
                  </a:moveTo>
                  <a:lnTo>
                    <a:pt x="5834011" y="0"/>
                  </a:lnTo>
                  <a:lnTo>
                    <a:pt x="5834011" y="19050"/>
                  </a:lnTo>
                  <a:lnTo>
                    <a:pt x="5891161" y="19050"/>
                  </a:lnTo>
                  <a:lnTo>
                    <a:pt x="5891161" y="0"/>
                  </a:lnTo>
                  <a:close/>
                </a:path>
                <a:path w="7181850" h="4514850">
                  <a:moveTo>
                    <a:pt x="5978309" y="4495800"/>
                  </a:moveTo>
                  <a:lnTo>
                    <a:pt x="5921159" y="4495800"/>
                  </a:lnTo>
                  <a:lnTo>
                    <a:pt x="5921159" y="4514850"/>
                  </a:lnTo>
                  <a:lnTo>
                    <a:pt x="5978309" y="4514850"/>
                  </a:lnTo>
                  <a:lnTo>
                    <a:pt x="5978309" y="4495800"/>
                  </a:lnTo>
                  <a:close/>
                </a:path>
                <a:path w="7181850" h="4514850">
                  <a:moveTo>
                    <a:pt x="5986488" y="0"/>
                  </a:moveTo>
                  <a:lnTo>
                    <a:pt x="5929338" y="0"/>
                  </a:lnTo>
                  <a:lnTo>
                    <a:pt x="5929338" y="19050"/>
                  </a:lnTo>
                  <a:lnTo>
                    <a:pt x="5986488" y="19050"/>
                  </a:lnTo>
                  <a:lnTo>
                    <a:pt x="5986488" y="0"/>
                  </a:lnTo>
                  <a:close/>
                </a:path>
                <a:path w="7181850" h="4514850">
                  <a:moveTo>
                    <a:pt x="6073635" y="4495800"/>
                  </a:moveTo>
                  <a:lnTo>
                    <a:pt x="6016485" y="4495800"/>
                  </a:lnTo>
                  <a:lnTo>
                    <a:pt x="6016485" y="4514850"/>
                  </a:lnTo>
                  <a:lnTo>
                    <a:pt x="6073635" y="4514850"/>
                  </a:lnTo>
                  <a:lnTo>
                    <a:pt x="6073635" y="4495800"/>
                  </a:lnTo>
                  <a:close/>
                </a:path>
                <a:path w="7181850" h="4514850">
                  <a:moveTo>
                    <a:pt x="6081814" y="0"/>
                  </a:moveTo>
                  <a:lnTo>
                    <a:pt x="6024664" y="0"/>
                  </a:lnTo>
                  <a:lnTo>
                    <a:pt x="6024664" y="19050"/>
                  </a:lnTo>
                  <a:lnTo>
                    <a:pt x="6081814" y="19050"/>
                  </a:lnTo>
                  <a:lnTo>
                    <a:pt x="6081814" y="0"/>
                  </a:lnTo>
                  <a:close/>
                </a:path>
                <a:path w="7181850" h="4514850">
                  <a:moveTo>
                    <a:pt x="6168961" y="4495800"/>
                  </a:moveTo>
                  <a:lnTo>
                    <a:pt x="6111811" y="4495800"/>
                  </a:lnTo>
                  <a:lnTo>
                    <a:pt x="6111811" y="4514850"/>
                  </a:lnTo>
                  <a:lnTo>
                    <a:pt x="6168961" y="4514850"/>
                  </a:lnTo>
                  <a:lnTo>
                    <a:pt x="6168961" y="4495800"/>
                  </a:lnTo>
                  <a:close/>
                </a:path>
                <a:path w="7181850" h="4514850">
                  <a:moveTo>
                    <a:pt x="6177140" y="0"/>
                  </a:moveTo>
                  <a:lnTo>
                    <a:pt x="6119990" y="0"/>
                  </a:lnTo>
                  <a:lnTo>
                    <a:pt x="6119990" y="19050"/>
                  </a:lnTo>
                  <a:lnTo>
                    <a:pt x="6177140" y="19050"/>
                  </a:lnTo>
                  <a:lnTo>
                    <a:pt x="6177140" y="0"/>
                  </a:lnTo>
                  <a:close/>
                </a:path>
                <a:path w="7181850" h="4514850">
                  <a:moveTo>
                    <a:pt x="6264287" y="4495800"/>
                  </a:moveTo>
                  <a:lnTo>
                    <a:pt x="6207137" y="4495800"/>
                  </a:lnTo>
                  <a:lnTo>
                    <a:pt x="6207137" y="4514850"/>
                  </a:lnTo>
                  <a:lnTo>
                    <a:pt x="6264287" y="4514850"/>
                  </a:lnTo>
                  <a:lnTo>
                    <a:pt x="6264287" y="4495800"/>
                  </a:lnTo>
                  <a:close/>
                </a:path>
                <a:path w="7181850" h="4514850">
                  <a:moveTo>
                    <a:pt x="6272466" y="0"/>
                  </a:moveTo>
                  <a:lnTo>
                    <a:pt x="6215316" y="0"/>
                  </a:lnTo>
                  <a:lnTo>
                    <a:pt x="6215316" y="19050"/>
                  </a:lnTo>
                  <a:lnTo>
                    <a:pt x="6272466" y="19050"/>
                  </a:lnTo>
                  <a:lnTo>
                    <a:pt x="6272466" y="0"/>
                  </a:lnTo>
                  <a:close/>
                </a:path>
                <a:path w="7181850" h="4514850">
                  <a:moveTo>
                    <a:pt x="6359614" y="4495800"/>
                  </a:moveTo>
                  <a:lnTo>
                    <a:pt x="6302464" y="4495800"/>
                  </a:lnTo>
                  <a:lnTo>
                    <a:pt x="6302464" y="4514850"/>
                  </a:lnTo>
                  <a:lnTo>
                    <a:pt x="6359614" y="4514850"/>
                  </a:lnTo>
                  <a:lnTo>
                    <a:pt x="6359614" y="4495800"/>
                  </a:lnTo>
                  <a:close/>
                </a:path>
                <a:path w="7181850" h="4514850">
                  <a:moveTo>
                    <a:pt x="6367805" y="0"/>
                  </a:moveTo>
                  <a:lnTo>
                    <a:pt x="6310655" y="0"/>
                  </a:lnTo>
                  <a:lnTo>
                    <a:pt x="6310655" y="19050"/>
                  </a:lnTo>
                  <a:lnTo>
                    <a:pt x="6367805" y="19050"/>
                  </a:lnTo>
                  <a:lnTo>
                    <a:pt x="6367805" y="0"/>
                  </a:lnTo>
                  <a:close/>
                </a:path>
                <a:path w="7181850" h="4514850">
                  <a:moveTo>
                    <a:pt x="6454940" y="4495800"/>
                  </a:moveTo>
                  <a:lnTo>
                    <a:pt x="6397790" y="4495800"/>
                  </a:lnTo>
                  <a:lnTo>
                    <a:pt x="6397790" y="4514850"/>
                  </a:lnTo>
                  <a:lnTo>
                    <a:pt x="6454940" y="4514850"/>
                  </a:lnTo>
                  <a:lnTo>
                    <a:pt x="6454940" y="4495800"/>
                  </a:lnTo>
                  <a:close/>
                </a:path>
                <a:path w="7181850" h="4514850">
                  <a:moveTo>
                    <a:pt x="6463131" y="0"/>
                  </a:moveTo>
                  <a:lnTo>
                    <a:pt x="6405981" y="0"/>
                  </a:lnTo>
                  <a:lnTo>
                    <a:pt x="6405981" y="19050"/>
                  </a:lnTo>
                  <a:lnTo>
                    <a:pt x="6463131" y="19050"/>
                  </a:lnTo>
                  <a:lnTo>
                    <a:pt x="6463131" y="0"/>
                  </a:lnTo>
                  <a:close/>
                </a:path>
                <a:path w="7181850" h="4514850">
                  <a:moveTo>
                    <a:pt x="6550279" y="4495800"/>
                  </a:moveTo>
                  <a:lnTo>
                    <a:pt x="6493129" y="4495800"/>
                  </a:lnTo>
                  <a:lnTo>
                    <a:pt x="6493129" y="4514850"/>
                  </a:lnTo>
                  <a:lnTo>
                    <a:pt x="6550279" y="4514850"/>
                  </a:lnTo>
                  <a:lnTo>
                    <a:pt x="6550279" y="4495800"/>
                  </a:lnTo>
                  <a:close/>
                </a:path>
                <a:path w="7181850" h="4514850">
                  <a:moveTo>
                    <a:pt x="6558458" y="0"/>
                  </a:moveTo>
                  <a:lnTo>
                    <a:pt x="6501308" y="0"/>
                  </a:lnTo>
                  <a:lnTo>
                    <a:pt x="6501308" y="19050"/>
                  </a:lnTo>
                  <a:lnTo>
                    <a:pt x="6558458" y="19050"/>
                  </a:lnTo>
                  <a:lnTo>
                    <a:pt x="6558458" y="0"/>
                  </a:lnTo>
                  <a:close/>
                </a:path>
                <a:path w="7181850" h="4514850">
                  <a:moveTo>
                    <a:pt x="6645605" y="4495800"/>
                  </a:moveTo>
                  <a:lnTo>
                    <a:pt x="6588455" y="4495800"/>
                  </a:lnTo>
                  <a:lnTo>
                    <a:pt x="6588455" y="4514850"/>
                  </a:lnTo>
                  <a:lnTo>
                    <a:pt x="6645605" y="4514850"/>
                  </a:lnTo>
                  <a:lnTo>
                    <a:pt x="6645605" y="4495800"/>
                  </a:lnTo>
                  <a:close/>
                </a:path>
                <a:path w="7181850" h="4514850">
                  <a:moveTo>
                    <a:pt x="6653784" y="0"/>
                  </a:moveTo>
                  <a:lnTo>
                    <a:pt x="6596634" y="0"/>
                  </a:lnTo>
                  <a:lnTo>
                    <a:pt x="6596634" y="19050"/>
                  </a:lnTo>
                  <a:lnTo>
                    <a:pt x="6653784" y="19050"/>
                  </a:lnTo>
                  <a:lnTo>
                    <a:pt x="6653784" y="0"/>
                  </a:lnTo>
                  <a:close/>
                </a:path>
                <a:path w="7181850" h="4514850">
                  <a:moveTo>
                    <a:pt x="6740931" y="4495800"/>
                  </a:moveTo>
                  <a:lnTo>
                    <a:pt x="6683781" y="4495800"/>
                  </a:lnTo>
                  <a:lnTo>
                    <a:pt x="6683781" y="4514850"/>
                  </a:lnTo>
                  <a:lnTo>
                    <a:pt x="6740931" y="4514850"/>
                  </a:lnTo>
                  <a:lnTo>
                    <a:pt x="6740931" y="4495800"/>
                  </a:lnTo>
                  <a:close/>
                </a:path>
                <a:path w="7181850" h="4514850">
                  <a:moveTo>
                    <a:pt x="6749110" y="0"/>
                  </a:moveTo>
                  <a:lnTo>
                    <a:pt x="6691960" y="0"/>
                  </a:lnTo>
                  <a:lnTo>
                    <a:pt x="6691960" y="19050"/>
                  </a:lnTo>
                  <a:lnTo>
                    <a:pt x="6749110" y="19050"/>
                  </a:lnTo>
                  <a:lnTo>
                    <a:pt x="6749110" y="0"/>
                  </a:lnTo>
                  <a:close/>
                </a:path>
                <a:path w="7181850" h="4514850">
                  <a:moveTo>
                    <a:pt x="6836257" y="4495800"/>
                  </a:moveTo>
                  <a:lnTo>
                    <a:pt x="6779107" y="4495800"/>
                  </a:lnTo>
                  <a:lnTo>
                    <a:pt x="6779107" y="4514850"/>
                  </a:lnTo>
                  <a:lnTo>
                    <a:pt x="6836257" y="4514850"/>
                  </a:lnTo>
                  <a:lnTo>
                    <a:pt x="6836257" y="4495800"/>
                  </a:lnTo>
                  <a:close/>
                </a:path>
                <a:path w="7181850" h="4514850">
                  <a:moveTo>
                    <a:pt x="6844449" y="0"/>
                  </a:moveTo>
                  <a:lnTo>
                    <a:pt x="6787299" y="0"/>
                  </a:lnTo>
                  <a:lnTo>
                    <a:pt x="6787299" y="19050"/>
                  </a:lnTo>
                  <a:lnTo>
                    <a:pt x="6844449" y="19050"/>
                  </a:lnTo>
                  <a:lnTo>
                    <a:pt x="6844449" y="0"/>
                  </a:lnTo>
                  <a:close/>
                </a:path>
                <a:path w="7181850" h="4514850">
                  <a:moveTo>
                    <a:pt x="6931584" y="4495800"/>
                  </a:moveTo>
                  <a:lnTo>
                    <a:pt x="6874434" y="4495800"/>
                  </a:lnTo>
                  <a:lnTo>
                    <a:pt x="6874434" y="4514850"/>
                  </a:lnTo>
                  <a:lnTo>
                    <a:pt x="6931584" y="4514850"/>
                  </a:lnTo>
                  <a:lnTo>
                    <a:pt x="6931584" y="4495800"/>
                  </a:lnTo>
                  <a:close/>
                </a:path>
                <a:path w="7181850" h="4514850">
                  <a:moveTo>
                    <a:pt x="6939775" y="0"/>
                  </a:moveTo>
                  <a:lnTo>
                    <a:pt x="6882625" y="0"/>
                  </a:lnTo>
                  <a:lnTo>
                    <a:pt x="6882625" y="19050"/>
                  </a:lnTo>
                  <a:lnTo>
                    <a:pt x="6939775" y="19050"/>
                  </a:lnTo>
                  <a:lnTo>
                    <a:pt x="6939775" y="0"/>
                  </a:lnTo>
                  <a:close/>
                </a:path>
                <a:path w="7181850" h="4514850">
                  <a:moveTo>
                    <a:pt x="7026910" y="4495800"/>
                  </a:moveTo>
                  <a:lnTo>
                    <a:pt x="6969760" y="4495800"/>
                  </a:lnTo>
                  <a:lnTo>
                    <a:pt x="6969760" y="4514850"/>
                  </a:lnTo>
                  <a:lnTo>
                    <a:pt x="7026910" y="4514850"/>
                  </a:lnTo>
                  <a:lnTo>
                    <a:pt x="7026910" y="4495800"/>
                  </a:lnTo>
                  <a:close/>
                </a:path>
                <a:path w="7181850" h="4514850">
                  <a:moveTo>
                    <a:pt x="7035101" y="0"/>
                  </a:moveTo>
                  <a:lnTo>
                    <a:pt x="6977951" y="0"/>
                  </a:lnTo>
                  <a:lnTo>
                    <a:pt x="6977951" y="19050"/>
                  </a:lnTo>
                  <a:lnTo>
                    <a:pt x="7035101" y="19050"/>
                  </a:lnTo>
                  <a:lnTo>
                    <a:pt x="7035101" y="0"/>
                  </a:lnTo>
                  <a:close/>
                </a:path>
                <a:path w="7181850" h="4514850">
                  <a:moveTo>
                    <a:pt x="7120039" y="4502023"/>
                  </a:moveTo>
                  <a:lnTo>
                    <a:pt x="7111289" y="4485119"/>
                  </a:lnTo>
                  <a:lnTo>
                    <a:pt x="7103999" y="4488548"/>
                  </a:lnTo>
                  <a:lnTo>
                    <a:pt x="7095160" y="4491723"/>
                  </a:lnTo>
                  <a:lnTo>
                    <a:pt x="7086143" y="4493996"/>
                  </a:lnTo>
                  <a:lnTo>
                    <a:pt x="7076935" y="4495355"/>
                  </a:lnTo>
                  <a:lnTo>
                    <a:pt x="7067550" y="4495800"/>
                  </a:lnTo>
                  <a:lnTo>
                    <a:pt x="7065099" y="4495800"/>
                  </a:lnTo>
                  <a:lnTo>
                    <a:pt x="7065099" y="4514850"/>
                  </a:lnTo>
                  <a:lnTo>
                    <a:pt x="7067550" y="4514850"/>
                  </a:lnTo>
                  <a:lnTo>
                    <a:pt x="7078815" y="4514316"/>
                  </a:lnTo>
                  <a:lnTo>
                    <a:pt x="7089851" y="4512678"/>
                  </a:lnTo>
                  <a:lnTo>
                    <a:pt x="7100684" y="4509960"/>
                  </a:lnTo>
                  <a:lnTo>
                    <a:pt x="7111289" y="4506150"/>
                  </a:lnTo>
                  <a:lnTo>
                    <a:pt x="7120039" y="4502023"/>
                  </a:lnTo>
                  <a:close/>
                </a:path>
                <a:path w="7181850" h="4514850">
                  <a:moveTo>
                    <a:pt x="7127570" y="17157"/>
                  </a:moveTo>
                  <a:lnTo>
                    <a:pt x="7089851" y="2184"/>
                  </a:lnTo>
                  <a:lnTo>
                    <a:pt x="7072884" y="266"/>
                  </a:lnTo>
                  <a:lnTo>
                    <a:pt x="7072795" y="2184"/>
                  </a:lnTo>
                  <a:lnTo>
                    <a:pt x="7071995" y="19265"/>
                  </a:lnTo>
                  <a:lnTo>
                    <a:pt x="7112495" y="30314"/>
                  </a:lnTo>
                  <a:lnTo>
                    <a:pt x="7117575" y="33350"/>
                  </a:lnTo>
                  <a:lnTo>
                    <a:pt x="7127570" y="17157"/>
                  </a:lnTo>
                  <a:close/>
                </a:path>
                <a:path w="7181850" h="4514850">
                  <a:moveTo>
                    <a:pt x="7179310" y="4424337"/>
                  </a:moveTo>
                  <a:lnTo>
                    <a:pt x="7160679" y="4420374"/>
                  </a:lnTo>
                  <a:lnTo>
                    <a:pt x="7158723" y="4428160"/>
                  </a:lnTo>
                  <a:lnTo>
                    <a:pt x="7155548" y="4436999"/>
                  </a:lnTo>
                  <a:lnTo>
                    <a:pt x="7151548" y="4445495"/>
                  </a:lnTo>
                  <a:lnTo>
                    <a:pt x="7146772" y="4453483"/>
                  </a:lnTo>
                  <a:lnTo>
                    <a:pt x="7141223" y="4460951"/>
                  </a:lnTo>
                  <a:lnTo>
                    <a:pt x="7138175" y="4464316"/>
                  </a:lnTo>
                  <a:lnTo>
                    <a:pt x="7152297" y="4477067"/>
                  </a:lnTo>
                  <a:lnTo>
                    <a:pt x="7173150" y="4444301"/>
                  </a:lnTo>
                  <a:lnTo>
                    <a:pt x="7176960" y="4433684"/>
                  </a:lnTo>
                  <a:lnTo>
                    <a:pt x="7179310" y="4424337"/>
                  </a:lnTo>
                  <a:close/>
                </a:path>
                <a:path w="7181850" h="4514850">
                  <a:moveTo>
                    <a:pt x="7180631" y="98463"/>
                  </a:moveTo>
                  <a:lnTo>
                    <a:pt x="7168337" y="60375"/>
                  </a:lnTo>
                  <a:lnTo>
                    <a:pt x="7157974" y="44551"/>
                  </a:lnTo>
                  <a:lnTo>
                    <a:pt x="7142912" y="56184"/>
                  </a:lnTo>
                  <a:lnTo>
                    <a:pt x="7146772" y="61379"/>
                  </a:lnTo>
                  <a:lnTo>
                    <a:pt x="7151548" y="69354"/>
                  </a:lnTo>
                  <a:lnTo>
                    <a:pt x="7155548" y="77851"/>
                  </a:lnTo>
                  <a:lnTo>
                    <a:pt x="7158723" y="86702"/>
                  </a:lnTo>
                  <a:lnTo>
                    <a:pt x="7160996" y="95719"/>
                  </a:lnTo>
                  <a:lnTo>
                    <a:pt x="7161784" y="101104"/>
                  </a:lnTo>
                  <a:lnTo>
                    <a:pt x="7180631" y="98463"/>
                  </a:lnTo>
                  <a:close/>
                </a:path>
                <a:path w="7181850" h="4514850">
                  <a:moveTo>
                    <a:pt x="7181850" y="4330166"/>
                  </a:moveTo>
                  <a:lnTo>
                    <a:pt x="7162800" y="4330166"/>
                  </a:lnTo>
                  <a:lnTo>
                    <a:pt x="7162800" y="4387316"/>
                  </a:lnTo>
                  <a:lnTo>
                    <a:pt x="7181850" y="4387316"/>
                  </a:lnTo>
                  <a:lnTo>
                    <a:pt x="7181850" y="4330166"/>
                  </a:lnTo>
                  <a:close/>
                </a:path>
                <a:path w="7181850" h="4514850">
                  <a:moveTo>
                    <a:pt x="7181850" y="4234840"/>
                  </a:moveTo>
                  <a:lnTo>
                    <a:pt x="7162800" y="4234840"/>
                  </a:lnTo>
                  <a:lnTo>
                    <a:pt x="7162800" y="4291990"/>
                  </a:lnTo>
                  <a:lnTo>
                    <a:pt x="7181850" y="4291990"/>
                  </a:lnTo>
                  <a:lnTo>
                    <a:pt x="7181850" y="4234840"/>
                  </a:lnTo>
                  <a:close/>
                </a:path>
                <a:path w="7181850" h="4514850">
                  <a:moveTo>
                    <a:pt x="7181850" y="4139514"/>
                  </a:moveTo>
                  <a:lnTo>
                    <a:pt x="7162800" y="4139514"/>
                  </a:lnTo>
                  <a:lnTo>
                    <a:pt x="7162800" y="4196664"/>
                  </a:lnTo>
                  <a:lnTo>
                    <a:pt x="7181850" y="4196664"/>
                  </a:lnTo>
                  <a:lnTo>
                    <a:pt x="7181850" y="4139514"/>
                  </a:lnTo>
                  <a:close/>
                </a:path>
                <a:path w="7181850" h="4514850">
                  <a:moveTo>
                    <a:pt x="7181850" y="4044188"/>
                  </a:moveTo>
                  <a:lnTo>
                    <a:pt x="7162800" y="4044188"/>
                  </a:lnTo>
                  <a:lnTo>
                    <a:pt x="7162800" y="4101338"/>
                  </a:lnTo>
                  <a:lnTo>
                    <a:pt x="7181850" y="4101338"/>
                  </a:lnTo>
                  <a:lnTo>
                    <a:pt x="7181850" y="4044188"/>
                  </a:lnTo>
                  <a:close/>
                </a:path>
                <a:path w="7181850" h="4514850">
                  <a:moveTo>
                    <a:pt x="7181850" y="3948861"/>
                  </a:moveTo>
                  <a:lnTo>
                    <a:pt x="7162800" y="3948861"/>
                  </a:lnTo>
                  <a:lnTo>
                    <a:pt x="7162800" y="4006011"/>
                  </a:lnTo>
                  <a:lnTo>
                    <a:pt x="7181850" y="4006011"/>
                  </a:lnTo>
                  <a:lnTo>
                    <a:pt x="7181850" y="3948861"/>
                  </a:lnTo>
                  <a:close/>
                </a:path>
                <a:path w="7181850" h="4514850">
                  <a:moveTo>
                    <a:pt x="7181850" y="3853535"/>
                  </a:moveTo>
                  <a:lnTo>
                    <a:pt x="7162800" y="3853535"/>
                  </a:lnTo>
                  <a:lnTo>
                    <a:pt x="7162800" y="3910685"/>
                  </a:lnTo>
                  <a:lnTo>
                    <a:pt x="7181850" y="3910685"/>
                  </a:lnTo>
                  <a:lnTo>
                    <a:pt x="7181850" y="3853535"/>
                  </a:lnTo>
                  <a:close/>
                </a:path>
                <a:path w="7181850" h="4514850">
                  <a:moveTo>
                    <a:pt x="7181850" y="3758196"/>
                  </a:moveTo>
                  <a:lnTo>
                    <a:pt x="7162800" y="3758196"/>
                  </a:lnTo>
                  <a:lnTo>
                    <a:pt x="7162800" y="3815346"/>
                  </a:lnTo>
                  <a:lnTo>
                    <a:pt x="7181850" y="3815346"/>
                  </a:lnTo>
                  <a:lnTo>
                    <a:pt x="7181850" y="3758196"/>
                  </a:lnTo>
                  <a:close/>
                </a:path>
                <a:path w="7181850" h="4514850">
                  <a:moveTo>
                    <a:pt x="7181850" y="3662870"/>
                  </a:moveTo>
                  <a:lnTo>
                    <a:pt x="7162800" y="3662870"/>
                  </a:lnTo>
                  <a:lnTo>
                    <a:pt x="7162800" y="3720020"/>
                  </a:lnTo>
                  <a:lnTo>
                    <a:pt x="7181850" y="3720020"/>
                  </a:lnTo>
                  <a:lnTo>
                    <a:pt x="7181850" y="3662870"/>
                  </a:lnTo>
                  <a:close/>
                </a:path>
                <a:path w="7181850" h="4514850">
                  <a:moveTo>
                    <a:pt x="7181850" y="3567544"/>
                  </a:moveTo>
                  <a:lnTo>
                    <a:pt x="7162800" y="3567544"/>
                  </a:lnTo>
                  <a:lnTo>
                    <a:pt x="7162800" y="3624694"/>
                  </a:lnTo>
                  <a:lnTo>
                    <a:pt x="7181850" y="3624694"/>
                  </a:lnTo>
                  <a:lnTo>
                    <a:pt x="7181850" y="3567544"/>
                  </a:lnTo>
                  <a:close/>
                </a:path>
                <a:path w="7181850" h="4514850">
                  <a:moveTo>
                    <a:pt x="7181850" y="3472218"/>
                  </a:moveTo>
                  <a:lnTo>
                    <a:pt x="7162800" y="3472218"/>
                  </a:lnTo>
                  <a:lnTo>
                    <a:pt x="7162800" y="3529368"/>
                  </a:lnTo>
                  <a:lnTo>
                    <a:pt x="7181850" y="3529368"/>
                  </a:lnTo>
                  <a:lnTo>
                    <a:pt x="7181850" y="3472218"/>
                  </a:lnTo>
                  <a:close/>
                </a:path>
                <a:path w="7181850" h="4514850">
                  <a:moveTo>
                    <a:pt x="7181850" y="3376892"/>
                  </a:moveTo>
                  <a:lnTo>
                    <a:pt x="7162800" y="3376892"/>
                  </a:lnTo>
                  <a:lnTo>
                    <a:pt x="7162800" y="3434042"/>
                  </a:lnTo>
                  <a:lnTo>
                    <a:pt x="7181850" y="3434042"/>
                  </a:lnTo>
                  <a:lnTo>
                    <a:pt x="7181850" y="3376892"/>
                  </a:lnTo>
                  <a:close/>
                </a:path>
                <a:path w="7181850" h="4514850">
                  <a:moveTo>
                    <a:pt x="7181850" y="3281565"/>
                  </a:moveTo>
                  <a:lnTo>
                    <a:pt x="7162800" y="3281565"/>
                  </a:lnTo>
                  <a:lnTo>
                    <a:pt x="7162800" y="3338715"/>
                  </a:lnTo>
                  <a:lnTo>
                    <a:pt x="7181850" y="3338715"/>
                  </a:lnTo>
                  <a:lnTo>
                    <a:pt x="7181850" y="3281565"/>
                  </a:lnTo>
                  <a:close/>
                </a:path>
                <a:path w="7181850" h="4514850">
                  <a:moveTo>
                    <a:pt x="7181850" y="3186226"/>
                  </a:moveTo>
                  <a:lnTo>
                    <a:pt x="7162800" y="3186226"/>
                  </a:lnTo>
                  <a:lnTo>
                    <a:pt x="7162800" y="3243376"/>
                  </a:lnTo>
                  <a:lnTo>
                    <a:pt x="7181850" y="3243376"/>
                  </a:lnTo>
                  <a:lnTo>
                    <a:pt x="7181850" y="3186226"/>
                  </a:lnTo>
                  <a:close/>
                </a:path>
                <a:path w="7181850" h="4514850">
                  <a:moveTo>
                    <a:pt x="7181850" y="3090900"/>
                  </a:moveTo>
                  <a:lnTo>
                    <a:pt x="7162800" y="3090900"/>
                  </a:lnTo>
                  <a:lnTo>
                    <a:pt x="7162800" y="3148050"/>
                  </a:lnTo>
                  <a:lnTo>
                    <a:pt x="7181850" y="3148050"/>
                  </a:lnTo>
                  <a:lnTo>
                    <a:pt x="7181850" y="3090900"/>
                  </a:lnTo>
                  <a:close/>
                </a:path>
                <a:path w="7181850" h="4514850">
                  <a:moveTo>
                    <a:pt x="7181850" y="2995574"/>
                  </a:moveTo>
                  <a:lnTo>
                    <a:pt x="7162800" y="2995574"/>
                  </a:lnTo>
                  <a:lnTo>
                    <a:pt x="7162800" y="3052724"/>
                  </a:lnTo>
                  <a:lnTo>
                    <a:pt x="7181850" y="3052724"/>
                  </a:lnTo>
                  <a:lnTo>
                    <a:pt x="7181850" y="2995574"/>
                  </a:lnTo>
                  <a:close/>
                </a:path>
                <a:path w="7181850" h="4514850">
                  <a:moveTo>
                    <a:pt x="7181850" y="2900248"/>
                  </a:moveTo>
                  <a:lnTo>
                    <a:pt x="7162800" y="2900248"/>
                  </a:lnTo>
                  <a:lnTo>
                    <a:pt x="7162800" y="2957398"/>
                  </a:lnTo>
                  <a:lnTo>
                    <a:pt x="7181850" y="2957398"/>
                  </a:lnTo>
                  <a:lnTo>
                    <a:pt x="7181850" y="2900248"/>
                  </a:lnTo>
                  <a:close/>
                </a:path>
                <a:path w="7181850" h="4514850">
                  <a:moveTo>
                    <a:pt x="7181850" y="2804922"/>
                  </a:moveTo>
                  <a:lnTo>
                    <a:pt x="7162800" y="2804922"/>
                  </a:lnTo>
                  <a:lnTo>
                    <a:pt x="7162800" y="2862072"/>
                  </a:lnTo>
                  <a:lnTo>
                    <a:pt x="7181850" y="2862072"/>
                  </a:lnTo>
                  <a:lnTo>
                    <a:pt x="7181850" y="2804922"/>
                  </a:lnTo>
                  <a:close/>
                </a:path>
                <a:path w="7181850" h="4514850">
                  <a:moveTo>
                    <a:pt x="7181850" y="2709595"/>
                  </a:moveTo>
                  <a:lnTo>
                    <a:pt x="7162800" y="2709595"/>
                  </a:lnTo>
                  <a:lnTo>
                    <a:pt x="7162800" y="2766733"/>
                  </a:lnTo>
                  <a:lnTo>
                    <a:pt x="7181850" y="2766733"/>
                  </a:lnTo>
                  <a:lnTo>
                    <a:pt x="7181850" y="2709595"/>
                  </a:lnTo>
                  <a:close/>
                </a:path>
                <a:path w="7181850" h="4514850">
                  <a:moveTo>
                    <a:pt x="7181850" y="2614257"/>
                  </a:moveTo>
                  <a:lnTo>
                    <a:pt x="7162800" y="2614257"/>
                  </a:lnTo>
                  <a:lnTo>
                    <a:pt x="7162800" y="2671407"/>
                  </a:lnTo>
                  <a:lnTo>
                    <a:pt x="7181850" y="2671407"/>
                  </a:lnTo>
                  <a:lnTo>
                    <a:pt x="7181850" y="2614257"/>
                  </a:lnTo>
                  <a:close/>
                </a:path>
                <a:path w="7181850" h="4514850">
                  <a:moveTo>
                    <a:pt x="7181850" y="2518930"/>
                  </a:moveTo>
                  <a:lnTo>
                    <a:pt x="7162800" y="2518930"/>
                  </a:lnTo>
                  <a:lnTo>
                    <a:pt x="7162800" y="2576080"/>
                  </a:lnTo>
                  <a:lnTo>
                    <a:pt x="7181850" y="2576080"/>
                  </a:lnTo>
                  <a:lnTo>
                    <a:pt x="7181850" y="2518930"/>
                  </a:lnTo>
                  <a:close/>
                </a:path>
                <a:path w="7181850" h="4514850">
                  <a:moveTo>
                    <a:pt x="7181850" y="2423604"/>
                  </a:moveTo>
                  <a:lnTo>
                    <a:pt x="7162800" y="2423604"/>
                  </a:lnTo>
                  <a:lnTo>
                    <a:pt x="7162800" y="2480754"/>
                  </a:lnTo>
                  <a:lnTo>
                    <a:pt x="7181850" y="2480754"/>
                  </a:lnTo>
                  <a:lnTo>
                    <a:pt x="7181850" y="2423604"/>
                  </a:lnTo>
                  <a:close/>
                </a:path>
                <a:path w="7181850" h="4514850">
                  <a:moveTo>
                    <a:pt x="7181850" y="2328278"/>
                  </a:moveTo>
                  <a:lnTo>
                    <a:pt x="7162800" y="2328278"/>
                  </a:lnTo>
                  <a:lnTo>
                    <a:pt x="7162800" y="2385428"/>
                  </a:lnTo>
                  <a:lnTo>
                    <a:pt x="7181850" y="2385428"/>
                  </a:lnTo>
                  <a:lnTo>
                    <a:pt x="7181850" y="2328278"/>
                  </a:lnTo>
                  <a:close/>
                </a:path>
                <a:path w="7181850" h="4514850">
                  <a:moveTo>
                    <a:pt x="7181850" y="2232952"/>
                  </a:moveTo>
                  <a:lnTo>
                    <a:pt x="7162800" y="2232952"/>
                  </a:lnTo>
                  <a:lnTo>
                    <a:pt x="7162800" y="2290102"/>
                  </a:lnTo>
                  <a:lnTo>
                    <a:pt x="7181850" y="2290102"/>
                  </a:lnTo>
                  <a:lnTo>
                    <a:pt x="7181850" y="2232952"/>
                  </a:lnTo>
                  <a:close/>
                </a:path>
                <a:path w="7181850" h="4514850">
                  <a:moveTo>
                    <a:pt x="7181850" y="2137613"/>
                  </a:moveTo>
                  <a:lnTo>
                    <a:pt x="7162800" y="2137613"/>
                  </a:lnTo>
                  <a:lnTo>
                    <a:pt x="7162800" y="2194763"/>
                  </a:lnTo>
                  <a:lnTo>
                    <a:pt x="7181850" y="2194763"/>
                  </a:lnTo>
                  <a:lnTo>
                    <a:pt x="7181850" y="2137613"/>
                  </a:lnTo>
                  <a:close/>
                </a:path>
                <a:path w="7181850" h="4514850">
                  <a:moveTo>
                    <a:pt x="7181850" y="2042287"/>
                  </a:moveTo>
                  <a:lnTo>
                    <a:pt x="7162800" y="2042287"/>
                  </a:lnTo>
                  <a:lnTo>
                    <a:pt x="7162800" y="2099437"/>
                  </a:lnTo>
                  <a:lnTo>
                    <a:pt x="7181850" y="2099437"/>
                  </a:lnTo>
                  <a:lnTo>
                    <a:pt x="7181850" y="2042287"/>
                  </a:lnTo>
                  <a:close/>
                </a:path>
                <a:path w="7181850" h="4514850">
                  <a:moveTo>
                    <a:pt x="7181850" y="1946960"/>
                  </a:moveTo>
                  <a:lnTo>
                    <a:pt x="7162800" y="1946960"/>
                  </a:lnTo>
                  <a:lnTo>
                    <a:pt x="7162800" y="2004110"/>
                  </a:lnTo>
                  <a:lnTo>
                    <a:pt x="7181850" y="2004110"/>
                  </a:lnTo>
                  <a:lnTo>
                    <a:pt x="7181850" y="1946960"/>
                  </a:lnTo>
                  <a:close/>
                </a:path>
                <a:path w="7181850" h="4514850">
                  <a:moveTo>
                    <a:pt x="7181850" y="1851634"/>
                  </a:moveTo>
                  <a:lnTo>
                    <a:pt x="7162800" y="1851634"/>
                  </a:lnTo>
                  <a:lnTo>
                    <a:pt x="7162800" y="1908784"/>
                  </a:lnTo>
                  <a:lnTo>
                    <a:pt x="7181850" y="1908784"/>
                  </a:lnTo>
                  <a:lnTo>
                    <a:pt x="7181850" y="1851634"/>
                  </a:lnTo>
                  <a:close/>
                </a:path>
                <a:path w="7181850" h="4514850">
                  <a:moveTo>
                    <a:pt x="7181850" y="1756308"/>
                  </a:moveTo>
                  <a:lnTo>
                    <a:pt x="7162800" y="1756308"/>
                  </a:lnTo>
                  <a:lnTo>
                    <a:pt x="7162800" y="1813458"/>
                  </a:lnTo>
                  <a:lnTo>
                    <a:pt x="7181850" y="1813458"/>
                  </a:lnTo>
                  <a:lnTo>
                    <a:pt x="7181850" y="1756308"/>
                  </a:lnTo>
                  <a:close/>
                </a:path>
                <a:path w="7181850" h="4514850">
                  <a:moveTo>
                    <a:pt x="7181850" y="1660982"/>
                  </a:moveTo>
                  <a:lnTo>
                    <a:pt x="7162800" y="1660982"/>
                  </a:lnTo>
                  <a:lnTo>
                    <a:pt x="7162800" y="1718132"/>
                  </a:lnTo>
                  <a:lnTo>
                    <a:pt x="7181850" y="1718132"/>
                  </a:lnTo>
                  <a:lnTo>
                    <a:pt x="7181850" y="1660982"/>
                  </a:lnTo>
                  <a:close/>
                </a:path>
                <a:path w="7181850" h="4514850">
                  <a:moveTo>
                    <a:pt x="7181850" y="1565643"/>
                  </a:moveTo>
                  <a:lnTo>
                    <a:pt x="7162800" y="1565643"/>
                  </a:lnTo>
                  <a:lnTo>
                    <a:pt x="7162800" y="1622793"/>
                  </a:lnTo>
                  <a:lnTo>
                    <a:pt x="7181850" y="1622793"/>
                  </a:lnTo>
                  <a:lnTo>
                    <a:pt x="7181850" y="1565643"/>
                  </a:lnTo>
                  <a:close/>
                </a:path>
                <a:path w="7181850" h="4514850">
                  <a:moveTo>
                    <a:pt x="7181850" y="1470317"/>
                  </a:moveTo>
                  <a:lnTo>
                    <a:pt x="7162800" y="1470317"/>
                  </a:lnTo>
                  <a:lnTo>
                    <a:pt x="7162800" y="1527467"/>
                  </a:lnTo>
                  <a:lnTo>
                    <a:pt x="7181850" y="1527467"/>
                  </a:lnTo>
                  <a:lnTo>
                    <a:pt x="7181850" y="1470317"/>
                  </a:lnTo>
                  <a:close/>
                </a:path>
                <a:path w="7181850" h="4514850">
                  <a:moveTo>
                    <a:pt x="7181850" y="1374990"/>
                  </a:moveTo>
                  <a:lnTo>
                    <a:pt x="7162800" y="1374990"/>
                  </a:lnTo>
                  <a:lnTo>
                    <a:pt x="7162800" y="1432140"/>
                  </a:lnTo>
                  <a:lnTo>
                    <a:pt x="7181850" y="1432140"/>
                  </a:lnTo>
                  <a:lnTo>
                    <a:pt x="7181850" y="1374990"/>
                  </a:lnTo>
                  <a:close/>
                </a:path>
                <a:path w="7181850" h="4514850">
                  <a:moveTo>
                    <a:pt x="7181850" y="1279664"/>
                  </a:moveTo>
                  <a:lnTo>
                    <a:pt x="7162800" y="1279664"/>
                  </a:lnTo>
                  <a:lnTo>
                    <a:pt x="7162800" y="1336814"/>
                  </a:lnTo>
                  <a:lnTo>
                    <a:pt x="7181850" y="1336814"/>
                  </a:lnTo>
                  <a:lnTo>
                    <a:pt x="7181850" y="1279664"/>
                  </a:lnTo>
                  <a:close/>
                </a:path>
                <a:path w="7181850" h="4514850">
                  <a:moveTo>
                    <a:pt x="7181850" y="1184338"/>
                  </a:moveTo>
                  <a:lnTo>
                    <a:pt x="7162800" y="1184338"/>
                  </a:lnTo>
                  <a:lnTo>
                    <a:pt x="7162800" y="1241488"/>
                  </a:lnTo>
                  <a:lnTo>
                    <a:pt x="7181850" y="1241488"/>
                  </a:lnTo>
                  <a:lnTo>
                    <a:pt x="7181850" y="1184338"/>
                  </a:lnTo>
                  <a:close/>
                </a:path>
                <a:path w="7181850" h="4514850">
                  <a:moveTo>
                    <a:pt x="7181850" y="1089012"/>
                  </a:moveTo>
                  <a:lnTo>
                    <a:pt x="7162800" y="1089012"/>
                  </a:lnTo>
                  <a:lnTo>
                    <a:pt x="7162800" y="1146162"/>
                  </a:lnTo>
                  <a:lnTo>
                    <a:pt x="7181850" y="1146162"/>
                  </a:lnTo>
                  <a:lnTo>
                    <a:pt x="7181850" y="1089012"/>
                  </a:lnTo>
                  <a:close/>
                </a:path>
                <a:path w="7181850" h="4514850">
                  <a:moveTo>
                    <a:pt x="7181850" y="993673"/>
                  </a:moveTo>
                  <a:lnTo>
                    <a:pt x="7162800" y="993673"/>
                  </a:lnTo>
                  <a:lnTo>
                    <a:pt x="7162800" y="1050823"/>
                  </a:lnTo>
                  <a:lnTo>
                    <a:pt x="7181850" y="1050823"/>
                  </a:lnTo>
                  <a:lnTo>
                    <a:pt x="7181850" y="993673"/>
                  </a:lnTo>
                  <a:close/>
                </a:path>
                <a:path w="7181850" h="4514850">
                  <a:moveTo>
                    <a:pt x="7181850" y="898347"/>
                  </a:moveTo>
                  <a:lnTo>
                    <a:pt x="7162800" y="898347"/>
                  </a:lnTo>
                  <a:lnTo>
                    <a:pt x="7162800" y="955497"/>
                  </a:lnTo>
                  <a:lnTo>
                    <a:pt x="7181850" y="955497"/>
                  </a:lnTo>
                  <a:lnTo>
                    <a:pt x="7181850" y="898347"/>
                  </a:lnTo>
                  <a:close/>
                </a:path>
                <a:path w="7181850" h="4514850">
                  <a:moveTo>
                    <a:pt x="7181850" y="803021"/>
                  </a:moveTo>
                  <a:lnTo>
                    <a:pt x="7162800" y="803021"/>
                  </a:lnTo>
                  <a:lnTo>
                    <a:pt x="7162800" y="860171"/>
                  </a:lnTo>
                  <a:lnTo>
                    <a:pt x="7181850" y="860171"/>
                  </a:lnTo>
                  <a:lnTo>
                    <a:pt x="7181850" y="803021"/>
                  </a:lnTo>
                  <a:close/>
                </a:path>
                <a:path w="7181850" h="4514850">
                  <a:moveTo>
                    <a:pt x="7181850" y="707694"/>
                  </a:moveTo>
                  <a:lnTo>
                    <a:pt x="7162800" y="707694"/>
                  </a:lnTo>
                  <a:lnTo>
                    <a:pt x="7162800" y="764844"/>
                  </a:lnTo>
                  <a:lnTo>
                    <a:pt x="7181850" y="764844"/>
                  </a:lnTo>
                  <a:lnTo>
                    <a:pt x="7181850" y="707694"/>
                  </a:lnTo>
                  <a:close/>
                </a:path>
                <a:path w="7181850" h="4514850">
                  <a:moveTo>
                    <a:pt x="7181850" y="612368"/>
                  </a:moveTo>
                  <a:lnTo>
                    <a:pt x="7162800" y="612368"/>
                  </a:lnTo>
                  <a:lnTo>
                    <a:pt x="7162800" y="669518"/>
                  </a:lnTo>
                  <a:lnTo>
                    <a:pt x="7181850" y="669518"/>
                  </a:lnTo>
                  <a:lnTo>
                    <a:pt x="7181850" y="612368"/>
                  </a:lnTo>
                  <a:close/>
                </a:path>
                <a:path w="7181850" h="4514850">
                  <a:moveTo>
                    <a:pt x="7181850" y="517042"/>
                  </a:moveTo>
                  <a:lnTo>
                    <a:pt x="7162800" y="517042"/>
                  </a:lnTo>
                  <a:lnTo>
                    <a:pt x="7162800" y="574192"/>
                  </a:lnTo>
                  <a:lnTo>
                    <a:pt x="7181850" y="574192"/>
                  </a:lnTo>
                  <a:lnTo>
                    <a:pt x="7181850" y="517042"/>
                  </a:lnTo>
                  <a:close/>
                </a:path>
                <a:path w="7181850" h="4514850">
                  <a:moveTo>
                    <a:pt x="7181850" y="421703"/>
                  </a:moveTo>
                  <a:lnTo>
                    <a:pt x="7162800" y="421703"/>
                  </a:lnTo>
                  <a:lnTo>
                    <a:pt x="7162800" y="478853"/>
                  </a:lnTo>
                  <a:lnTo>
                    <a:pt x="7181850" y="478853"/>
                  </a:lnTo>
                  <a:lnTo>
                    <a:pt x="7181850" y="421703"/>
                  </a:lnTo>
                  <a:close/>
                </a:path>
                <a:path w="7181850" h="4514850">
                  <a:moveTo>
                    <a:pt x="7181850" y="326377"/>
                  </a:moveTo>
                  <a:lnTo>
                    <a:pt x="7162800" y="326377"/>
                  </a:lnTo>
                  <a:lnTo>
                    <a:pt x="7162800" y="383527"/>
                  </a:lnTo>
                  <a:lnTo>
                    <a:pt x="7181850" y="383527"/>
                  </a:lnTo>
                  <a:lnTo>
                    <a:pt x="7181850" y="326377"/>
                  </a:lnTo>
                  <a:close/>
                </a:path>
                <a:path w="7181850" h="4514850">
                  <a:moveTo>
                    <a:pt x="7181850" y="231051"/>
                  </a:moveTo>
                  <a:lnTo>
                    <a:pt x="7162800" y="231051"/>
                  </a:lnTo>
                  <a:lnTo>
                    <a:pt x="7162800" y="288201"/>
                  </a:lnTo>
                  <a:lnTo>
                    <a:pt x="7181850" y="288201"/>
                  </a:lnTo>
                  <a:lnTo>
                    <a:pt x="7181850" y="231051"/>
                  </a:lnTo>
                  <a:close/>
                </a:path>
                <a:path w="7181850" h="4514850">
                  <a:moveTo>
                    <a:pt x="7181850" y="135724"/>
                  </a:moveTo>
                  <a:lnTo>
                    <a:pt x="7162800" y="135724"/>
                  </a:lnTo>
                  <a:lnTo>
                    <a:pt x="7162800" y="192874"/>
                  </a:lnTo>
                  <a:lnTo>
                    <a:pt x="7181850" y="192874"/>
                  </a:lnTo>
                  <a:lnTo>
                    <a:pt x="7181850" y="135724"/>
                  </a:lnTo>
                  <a:close/>
                </a:path>
              </a:pathLst>
            </a:custGeom>
            <a:solidFill>
              <a:srgbClr val="2F36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830174" y="5476874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581024"/>
                  </a:moveTo>
                  <a:lnTo>
                    <a:pt x="0" y="142874"/>
                  </a:lnTo>
                  <a:lnTo>
                    <a:pt x="170" y="135855"/>
                  </a:lnTo>
                  <a:lnTo>
                    <a:pt x="8347" y="94748"/>
                  </a:lnTo>
                  <a:lnTo>
                    <a:pt x="28120" y="57756"/>
                  </a:lnTo>
                  <a:lnTo>
                    <a:pt x="57755" y="28120"/>
                  </a:lnTo>
                  <a:lnTo>
                    <a:pt x="94747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581024" y="0"/>
                  </a:lnTo>
                  <a:lnTo>
                    <a:pt x="622498" y="6150"/>
                  </a:lnTo>
                  <a:lnTo>
                    <a:pt x="660399" y="24078"/>
                  </a:lnTo>
                  <a:lnTo>
                    <a:pt x="691467" y="52234"/>
                  </a:lnTo>
                  <a:lnTo>
                    <a:pt x="713022" y="88198"/>
                  </a:lnTo>
                  <a:lnTo>
                    <a:pt x="723212" y="128870"/>
                  </a:lnTo>
                  <a:lnTo>
                    <a:pt x="723899" y="142874"/>
                  </a:lnTo>
                  <a:lnTo>
                    <a:pt x="723899" y="581024"/>
                  </a:lnTo>
                  <a:lnTo>
                    <a:pt x="717747" y="622499"/>
                  </a:lnTo>
                  <a:lnTo>
                    <a:pt x="699819" y="660401"/>
                  </a:lnTo>
                  <a:lnTo>
                    <a:pt x="671663" y="691470"/>
                  </a:lnTo>
                  <a:lnTo>
                    <a:pt x="635698" y="713023"/>
                  </a:lnTo>
                  <a:lnTo>
                    <a:pt x="595029" y="723213"/>
                  </a:lnTo>
                  <a:lnTo>
                    <a:pt x="581024" y="723899"/>
                  </a:lnTo>
                  <a:lnTo>
                    <a:pt x="142874" y="723899"/>
                  </a:lnTo>
                  <a:lnTo>
                    <a:pt x="101398" y="717748"/>
                  </a:lnTo>
                  <a:lnTo>
                    <a:pt x="63496" y="699821"/>
                  </a:lnTo>
                  <a:lnTo>
                    <a:pt x="32429" y="671664"/>
                  </a:lnTo>
                  <a:lnTo>
                    <a:pt x="10874" y="635700"/>
                  </a:lnTo>
                  <a:lnTo>
                    <a:pt x="685" y="595029"/>
                  </a:lnTo>
                  <a:lnTo>
                    <a:pt x="0" y="581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596191" y="5584189"/>
            <a:ext cx="2628265" cy="1107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58800" algn="ctr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3FB94F"/>
                </a:solidFill>
                <a:latin typeface="Courier New"/>
                <a:cs typeface="Courier New"/>
              </a:rPr>
              <a:t>+</a:t>
            </a:r>
            <a:endParaRPr sz="2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</a:pPr>
            <a:r>
              <a:rPr sz="1950" dirty="0">
                <a:solidFill>
                  <a:srgbClr val="E6ECF2"/>
                </a:solidFill>
                <a:latin typeface="Lucida Sans Unicode"/>
                <a:cs typeface="Lucida Sans Unicode"/>
              </a:rPr>
              <a:t>Paste</a:t>
            </a:r>
            <a:r>
              <a:rPr sz="195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your</a:t>
            </a:r>
            <a:r>
              <a:rPr sz="195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screenshot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96191" y="6712453"/>
            <a:ext cx="53848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here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081965" y="6901306"/>
            <a:ext cx="219710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dirty="0">
                <a:solidFill>
                  <a:srgbClr val="8B949D"/>
                </a:solidFill>
                <a:latin typeface="Courier New"/>
                <a:cs typeface="Courier New"/>
              </a:rPr>
              <a:t>Recovered</a:t>
            </a:r>
            <a:r>
              <a:rPr sz="1350" spc="-3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8B949D"/>
                </a:solidFill>
                <a:latin typeface="Courier New"/>
                <a:cs typeface="Courier New"/>
              </a:rPr>
              <a:t>clear</a:t>
            </a:r>
            <a:r>
              <a:rPr sz="1350" spc="-30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50" spc="-20" dirty="0">
                <a:solidFill>
                  <a:srgbClr val="8B949D"/>
                </a:solidFill>
                <a:latin typeface="Courier New"/>
                <a:cs typeface="Courier New"/>
              </a:rPr>
              <a:t>image</a:t>
            </a:r>
            <a:endParaRPr sz="1350">
              <a:latin typeface="Courier New"/>
              <a:cs typeface="Courier New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4057650"/>
            <a:ext cx="7181849" cy="45148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4057650"/>
            <a:ext cx="7181849" cy="4514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804670"/>
            <a:ext cx="291401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2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3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U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E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9387" y="2107713"/>
            <a:ext cx="1070737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50" spc="-254" dirty="0"/>
              <a:t>Three</a:t>
            </a:r>
            <a:r>
              <a:rPr sz="6850" spc="-570" dirty="0"/>
              <a:t> </a:t>
            </a:r>
            <a:r>
              <a:rPr sz="6850" spc="-175" dirty="0"/>
              <a:t>tiers,</a:t>
            </a:r>
            <a:r>
              <a:rPr sz="6850" spc="-484" dirty="0"/>
              <a:t> </a:t>
            </a:r>
            <a:r>
              <a:rPr sz="6850" spc="-204" dirty="0"/>
              <a:t>one</a:t>
            </a:r>
            <a:r>
              <a:rPr sz="6850" spc="-570" dirty="0"/>
              <a:t> </a:t>
            </a:r>
            <a:r>
              <a:rPr sz="6850" spc="-250" dirty="0"/>
              <a:t>secure</a:t>
            </a:r>
            <a:r>
              <a:rPr sz="6850" spc="-570" dirty="0"/>
              <a:t> </a:t>
            </a:r>
            <a:r>
              <a:rPr sz="6850" spc="-265" dirty="0"/>
              <a:t>f</a:t>
            </a:r>
            <a:r>
              <a:rPr sz="6850" spc="275" dirty="0"/>
              <a:t>l</a:t>
            </a:r>
            <a:r>
              <a:rPr sz="6850" spc="-165" dirty="0"/>
              <a:t>o</a:t>
            </a:r>
            <a:r>
              <a:rPr sz="6850" spc="65" dirty="0"/>
              <a:t>w</a:t>
            </a:r>
            <a:endParaRPr sz="6850"/>
          </a:p>
        </p:txBody>
      </p:sp>
      <p:sp>
        <p:nvSpPr>
          <p:cNvPr id="5" name="object 5"/>
          <p:cNvSpPr txBox="1"/>
          <p:nvPr/>
        </p:nvSpPr>
        <p:spPr>
          <a:xfrm>
            <a:off x="1451768" y="3415956"/>
            <a:ext cx="10814685" cy="901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0"/>
              </a:spcBef>
            </a:pPr>
            <a:r>
              <a:rPr sz="2200" spc="-100" dirty="0">
                <a:latin typeface="Lucida Sans Unicode"/>
                <a:cs typeface="Lucida Sans Unicode"/>
              </a:rPr>
              <a:t>A</a:t>
            </a:r>
            <a:r>
              <a:rPr sz="2200" spc="-23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clean</a:t>
            </a:r>
            <a:r>
              <a:rPr sz="2200" spc="-6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separation</a:t>
            </a:r>
            <a:r>
              <a:rPr sz="2200" spc="-5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between</a:t>
            </a:r>
            <a:r>
              <a:rPr sz="2200" spc="-6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what</a:t>
            </a:r>
            <a:r>
              <a:rPr sz="2200" spc="-114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the</a:t>
            </a:r>
            <a:r>
              <a:rPr sz="2200" spc="-114" dirty="0">
                <a:latin typeface="Lucida Sans Unicode"/>
                <a:cs typeface="Lucida Sans Unicode"/>
              </a:rPr>
              <a:t> </a:t>
            </a:r>
            <a:r>
              <a:rPr sz="2200" spc="-25" dirty="0">
                <a:latin typeface="Lucida Sans Unicode"/>
                <a:cs typeface="Lucida Sans Unicode"/>
              </a:rPr>
              <a:t>user</a:t>
            </a:r>
            <a:r>
              <a:rPr sz="2200" spc="-110" dirty="0">
                <a:latin typeface="Lucida Sans Unicode"/>
                <a:cs typeface="Lucida Sans Unicode"/>
              </a:rPr>
              <a:t> </a:t>
            </a:r>
            <a:r>
              <a:rPr sz="2200" spc="-40" dirty="0">
                <a:latin typeface="Lucida Sans Unicode"/>
                <a:cs typeface="Lucida Sans Unicode"/>
              </a:rPr>
              <a:t>sees,</a:t>
            </a:r>
            <a:r>
              <a:rPr sz="2200" spc="-105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where</a:t>
            </a:r>
            <a:r>
              <a:rPr sz="2200" spc="-11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logic</a:t>
            </a:r>
            <a:r>
              <a:rPr sz="2200" spc="-120" dirty="0">
                <a:latin typeface="Lucida Sans Unicode"/>
                <a:cs typeface="Lucida Sans Unicode"/>
              </a:rPr>
              <a:t> </a:t>
            </a:r>
            <a:r>
              <a:rPr sz="2200" spc="-100" dirty="0">
                <a:latin typeface="Lucida Sans Unicode"/>
                <a:cs typeface="Lucida Sans Unicode"/>
              </a:rPr>
              <a:t>runs,</a:t>
            </a:r>
            <a:r>
              <a:rPr sz="2200" spc="-105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and</a:t>
            </a:r>
            <a:r>
              <a:rPr sz="2200" spc="-6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where</a:t>
            </a:r>
            <a:r>
              <a:rPr sz="2200" spc="-114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data </a:t>
            </a:r>
            <a:r>
              <a:rPr sz="2200" spc="-10" dirty="0">
                <a:latin typeface="Lucida Sans Unicode"/>
                <a:cs typeface="Lucida Sans Unicode"/>
              </a:rPr>
              <a:t>rests.</a:t>
            </a:r>
            <a:endParaRPr sz="220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4648199"/>
            <a:ext cx="4819650" cy="3028950"/>
            <a:chOff x="1466849" y="4648199"/>
            <a:chExt cx="4819650" cy="3028950"/>
          </a:xfrm>
        </p:grpSpPr>
        <p:sp>
          <p:nvSpPr>
            <p:cNvPr id="7" name="object 7"/>
            <p:cNvSpPr/>
            <p:nvPr/>
          </p:nvSpPr>
          <p:spPr>
            <a:xfrm>
              <a:off x="1476374" y="4657896"/>
              <a:ext cx="4800600" cy="3009900"/>
            </a:xfrm>
            <a:custGeom>
              <a:avLst/>
              <a:gdLst/>
              <a:ahLst/>
              <a:cxnLst/>
              <a:rect l="l" t="t" r="r" b="b"/>
              <a:pathLst>
                <a:path w="4800600" h="3009900">
                  <a:moveTo>
                    <a:pt x="4664743" y="3009556"/>
                  </a:moveTo>
                  <a:lnTo>
                    <a:pt x="135855" y="3009556"/>
                  </a:lnTo>
                  <a:lnTo>
                    <a:pt x="121919" y="3008183"/>
                  </a:lnTo>
                  <a:lnTo>
                    <a:pt x="81779" y="2996007"/>
                  </a:lnTo>
                  <a:lnTo>
                    <a:pt x="46931" y="2972722"/>
                  </a:lnTo>
                  <a:lnTo>
                    <a:pt x="20321" y="2940298"/>
                  </a:lnTo>
                  <a:lnTo>
                    <a:pt x="4282" y="2901576"/>
                  </a:lnTo>
                  <a:lnTo>
                    <a:pt x="0" y="286685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4664743" y="0"/>
                  </a:lnTo>
                  <a:lnTo>
                    <a:pt x="4705849" y="8176"/>
                  </a:lnTo>
                  <a:lnTo>
                    <a:pt x="4742841" y="27949"/>
                  </a:lnTo>
                  <a:lnTo>
                    <a:pt x="4772478" y="57584"/>
                  </a:lnTo>
                  <a:lnTo>
                    <a:pt x="4792251" y="94577"/>
                  </a:lnTo>
                  <a:lnTo>
                    <a:pt x="4800428" y="135684"/>
                  </a:lnTo>
                  <a:lnTo>
                    <a:pt x="4800428" y="2873871"/>
                  </a:lnTo>
                  <a:lnTo>
                    <a:pt x="4799055" y="2887808"/>
                  </a:lnTo>
                  <a:lnTo>
                    <a:pt x="4786878" y="2927947"/>
                  </a:lnTo>
                  <a:lnTo>
                    <a:pt x="4763593" y="2962795"/>
                  </a:lnTo>
                  <a:lnTo>
                    <a:pt x="4731169" y="2989405"/>
                  </a:lnTo>
                  <a:lnTo>
                    <a:pt x="4692448" y="3005444"/>
                  </a:lnTo>
                  <a:lnTo>
                    <a:pt x="4664743" y="3009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4657724"/>
              <a:ext cx="4800600" cy="3009900"/>
            </a:xfrm>
            <a:custGeom>
              <a:avLst/>
              <a:gdLst/>
              <a:ahLst/>
              <a:cxnLst/>
              <a:rect l="l" t="t" r="r" b="b"/>
              <a:pathLst>
                <a:path w="4800600" h="3009900">
                  <a:moveTo>
                    <a:pt x="0" y="2867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57724" y="0"/>
                  </a:lnTo>
                  <a:lnTo>
                    <a:pt x="4699199" y="6150"/>
                  </a:lnTo>
                  <a:lnTo>
                    <a:pt x="4737101" y="24078"/>
                  </a:lnTo>
                  <a:lnTo>
                    <a:pt x="4768169" y="52234"/>
                  </a:lnTo>
                  <a:lnTo>
                    <a:pt x="4789723" y="88198"/>
                  </a:lnTo>
                  <a:lnTo>
                    <a:pt x="4799913" y="128870"/>
                  </a:lnTo>
                  <a:lnTo>
                    <a:pt x="4800599" y="142874"/>
                  </a:lnTo>
                  <a:lnTo>
                    <a:pt x="4800599" y="2867024"/>
                  </a:lnTo>
                  <a:lnTo>
                    <a:pt x="4794448" y="2908498"/>
                  </a:lnTo>
                  <a:lnTo>
                    <a:pt x="4776520" y="2946400"/>
                  </a:lnTo>
                  <a:lnTo>
                    <a:pt x="4748363" y="2977469"/>
                  </a:lnTo>
                  <a:lnTo>
                    <a:pt x="4712399" y="2999023"/>
                  </a:lnTo>
                  <a:lnTo>
                    <a:pt x="4671728" y="3009212"/>
                  </a:lnTo>
                  <a:lnTo>
                    <a:pt x="4657724" y="3009899"/>
                  </a:lnTo>
                  <a:lnTo>
                    <a:pt x="142874" y="3009899"/>
                  </a:lnTo>
                  <a:lnTo>
                    <a:pt x="101399" y="3003748"/>
                  </a:lnTo>
                  <a:lnTo>
                    <a:pt x="63497" y="2985819"/>
                  </a:lnTo>
                  <a:lnTo>
                    <a:pt x="32429" y="2957664"/>
                  </a:lnTo>
                  <a:lnTo>
                    <a:pt x="10875" y="2921699"/>
                  </a:lnTo>
                  <a:lnTo>
                    <a:pt x="686" y="2881028"/>
                  </a:lnTo>
                  <a:lnTo>
                    <a:pt x="0" y="2867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62534" y="5042026"/>
            <a:ext cx="865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58A6FF"/>
                </a:solidFill>
                <a:latin typeface="Courier New"/>
                <a:cs typeface="Courier New"/>
              </a:rPr>
              <a:t>C</a:t>
            </a:r>
            <a:r>
              <a:rPr sz="1300" spc="-39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58A6FF"/>
                </a:solidFill>
                <a:latin typeface="Courier New"/>
                <a:cs typeface="Courier New"/>
              </a:rPr>
              <a:t>L</a:t>
            </a:r>
            <a:r>
              <a:rPr sz="1300" spc="-39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58A6FF"/>
                </a:solidFill>
                <a:latin typeface="Courier New"/>
                <a:cs typeface="Courier New"/>
              </a:rPr>
              <a:t>I</a:t>
            </a:r>
            <a:r>
              <a:rPr sz="1300" spc="-39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300" spc="-39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300" spc="-395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2534" y="5457075"/>
            <a:ext cx="182880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Presentation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2534" y="6048639"/>
            <a:ext cx="390334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60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Glassmorphic</a:t>
            </a:r>
            <a:r>
              <a:rPr sz="160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dark</a:t>
            </a:r>
            <a:r>
              <a:rPr sz="160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35" dirty="0">
                <a:solidFill>
                  <a:srgbClr val="8B949D"/>
                </a:solidFill>
                <a:latin typeface="Lucida Sans Unicode"/>
                <a:cs typeface="Lucida Sans Unicode"/>
              </a:rPr>
              <a:t>UI</a:t>
            </a:r>
            <a:r>
              <a:rPr sz="1600" spc="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(PWA)WebCrypto</a:t>
            </a:r>
            <a:r>
              <a:rPr sz="16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515" dirty="0">
                <a:solidFill>
                  <a:srgbClr val="8B949D"/>
                </a:solidFill>
                <a:latin typeface="Lucida Sans Unicode"/>
                <a:cs typeface="Lucida Sans Unicode"/>
              </a:rPr>
              <a:t>+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DOMPurifyLocal</a:t>
            </a:r>
            <a:r>
              <a:rPr sz="1600" spc="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6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2</a:t>
            </a:r>
            <a:r>
              <a:rPr sz="160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generation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43699" y="4648199"/>
            <a:ext cx="4819650" cy="3028950"/>
            <a:chOff x="6743699" y="4648199"/>
            <a:chExt cx="4819650" cy="3028950"/>
          </a:xfrm>
        </p:grpSpPr>
        <p:sp>
          <p:nvSpPr>
            <p:cNvPr id="13" name="object 13"/>
            <p:cNvSpPr/>
            <p:nvPr/>
          </p:nvSpPr>
          <p:spPr>
            <a:xfrm>
              <a:off x="6753224" y="4657896"/>
              <a:ext cx="4800600" cy="3009900"/>
            </a:xfrm>
            <a:custGeom>
              <a:avLst/>
              <a:gdLst/>
              <a:ahLst/>
              <a:cxnLst/>
              <a:rect l="l" t="t" r="r" b="b"/>
              <a:pathLst>
                <a:path w="4800600" h="3009900">
                  <a:moveTo>
                    <a:pt x="4664743" y="3009556"/>
                  </a:moveTo>
                  <a:lnTo>
                    <a:pt x="135855" y="3009556"/>
                  </a:lnTo>
                  <a:lnTo>
                    <a:pt x="121918" y="3008183"/>
                  </a:lnTo>
                  <a:lnTo>
                    <a:pt x="81778" y="2996007"/>
                  </a:lnTo>
                  <a:lnTo>
                    <a:pt x="46930" y="2972722"/>
                  </a:lnTo>
                  <a:lnTo>
                    <a:pt x="20320" y="2940298"/>
                  </a:lnTo>
                  <a:lnTo>
                    <a:pt x="4281" y="2901576"/>
                  </a:lnTo>
                  <a:lnTo>
                    <a:pt x="0" y="286685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664743" y="0"/>
                  </a:lnTo>
                  <a:lnTo>
                    <a:pt x="4705848" y="8176"/>
                  </a:lnTo>
                  <a:lnTo>
                    <a:pt x="4742839" y="27949"/>
                  </a:lnTo>
                  <a:lnTo>
                    <a:pt x="4772476" y="57584"/>
                  </a:lnTo>
                  <a:lnTo>
                    <a:pt x="4792250" y="94577"/>
                  </a:lnTo>
                  <a:lnTo>
                    <a:pt x="4800427" y="135684"/>
                  </a:lnTo>
                  <a:lnTo>
                    <a:pt x="4800427" y="2873871"/>
                  </a:lnTo>
                  <a:lnTo>
                    <a:pt x="4792250" y="2914977"/>
                  </a:lnTo>
                  <a:lnTo>
                    <a:pt x="4772476" y="2951970"/>
                  </a:lnTo>
                  <a:lnTo>
                    <a:pt x="4742839" y="2981606"/>
                  </a:lnTo>
                  <a:lnTo>
                    <a:pt x="4705848" y="3001379"/>
                  </a:lnTo>
                  <a:lnTo>
                    <a:pt x="4664743" y="3009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53224" y="4657724"/>
              <a:ext cx="4800600" cy="3009900"/>
            </a:xfrm>
            <a:custGeom>
              <a:avLst/>
              <a:gdLst/>
              <a:ahLst/>
              <a:cxnLst/>
              <a:rect l="l" t="t" r="r" b="b"/>
              <a:pathLst>
                <a:path w="4800600" h="3009900">
                  <a:moveTo>
                    <a:pt x="0" y="286702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57724" y="0"/>
                  </a:lnTo>
                  <a:lnTo>
                    <a:pt x="4699198" y="6150"/>
                  </a:lnTo>
                  <a:lnTo>
                    <a:pt x="4737098" y="24078"/>
                  </a:lnTo>
                  <a:lnTo>
                    <a:pt x="4768168" y="52234"/>
                  </a:lnTo>
                  <a:lnTo>
                    <a:pt x="4789722" y="88198"/>
                  </a:lnTo>
                  <a:lnTo>
                    <a:pt x="4799912" y="128870"/>
                  </a:lnTo>
                  <a:lnTo>
                    <a:pt x="4800599" y="142874"/>
                  </a:lnTo>
                  <a:lnTo>
                    <a:pt x="4800599" y="2867024"/>
                  </a:lnTo>
                  <a:lnTo>
                    <a:pt x="4794447" y="2908498"/>
                  </a:lnTo>
                  <a:lnTo>
                    <a:pt x="4776518" y="2946400"/>
                  </a:lnTo>
                  <a:lnTo>
                    <a:pt x="4748362" y="2977469"/>
                  </a:lnTo>
                  <a:lnTo>
                    <a:pt x="4712399" y="2999023"/>
                  </a:lnTo>
                  <a:lnTo>
                    <a:pt x="4671728" y="3009212"/>
                  </a:lnTo>
                  <a:lnTo>
                    <a:pt x="4657724" y="3009899"/>
                  </a:lnTo>
                  <a:lnTo>
                    <a:pt x="142874" y="3009899"/>
                  </a:lnTo>
                  <a:lnTo>
                    <a:pt x="101399" y="3003748"/>
                  </a:lnTo>
                  <a:lnTo>
                    <a:pt x="63497" y="2985819"/>
                  </a:lnTo>
                  <a:lnTo>
                    <a:pt x="32428" y="2957664"/>
                  </a:lnTo>
                  <a:lnTo>
                    <a:pt x="10874" y="2921699"/>
                  </a:lnTo>
                  <a:lnTo>
                    <a:pt x="685" y="2881028"/>
                  </a:lnTo>
                  <a:lnTo>
                    <a:pt x="0" y="2867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35812" y="5042026"/>
            <a:ext cx="16065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A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P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P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L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I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C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A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T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I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B4D8"/>
                </a:solidFill>
                <a:latin typeface="Courier New"/>
                <a:cs typeface="Courier New"/>
              </a:rPr>
              <a:t>O</a:t>
            </a:r>
            <a:r>
              <a:rPr sz="1300" spc="-395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00B4D8"/>
                </a:solidFill>
                <a:latin typeface="Courier New"/>
                <a:cs typeface="Courier New"/>
              </a:rPr>
              <a:t>N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35811" y="5457075"/>
            <a:ext cx="1885314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E6ECF2"/>
                </a:solidFill>
                <a:latin typeface="Lucida Sans Unicode"/>
                <a:cs typeface="Lucida Sans Unicode"/>
              </a:rPr>
              <a:t>Logic</a:t>
            </a:r>
            <a:r>
              <a:rPr sz="2350" spc="-1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204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350" spc="-21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Relay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5811" y="6048639"/>
            <a:ext cx="383222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Python</a:t>
            </a:r>
            <a:r>
              <a:rPr sz="1600" spc="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400" dirty="0">
                <a:solidFill>
                  <a:srgbClr val="8B949D"/>
                </a:solidFill>
                <a:latin typeface="Lucida Sans Unicode"/>
                <a:cs typeface="Lucida Sans Unicode"/>
              </a:rPr>
              <a:t>+</a:t>
            </a:r>
            <a:r>
              <a:rPr sz="1600" spc="1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FlaskFlask-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SocketIO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(WebSockets)scrypt</a:t>
            </a:r>
            <a:r>
              <a:rPr sz="1600" spc="1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auth</a:t>
            </a:r>
            <a:r>
              <a:rPr sz="1600" spc="1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via</a:t>
            </a:r>
            <a:r>
              <a:rPr sz="1600" spc="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Werkzeug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001499" y="4648199"/>
            <a:ext cx="4819650" cy="3028950"/>
            <a:chOff x="12001499" y="4648199"/>
            <a:chExt cx="4819650" cy="3028950"/>
          </a:xfrm>
        </p:grpSpPr>
        <p:sp>
          <p:nvSpPr>
            <p:cNvPr id="19" name="object 19"/>
            <p:cNvSpPr/>
            <p:nvPr/>
          </p:nvSpPr>
          <p:spPr>
            <a:xfrm>
              <a:off x="12011024" y="4657896"/>
              <a:ext cx="4800600" cy="3009900"/>
            </a:xfrm>
            <a:custGeom>
              <a:avLst/>
              <a:gdLst/>
              <a:ahLst/>
              <a:cxnLst/>
              <a:rect l="l" t="t" r="r" b="b"/>
              <a:pathLst>
                <a:path w="4800600" h="3009900">
                  <a:moveTo>
                    <a:pt x="4664743" y="3009556"/>
                  </a:moveTo>
                  <a:lnTo>
                    <a:pt x="135855" y="3009556"/>
                  </a:lnTo>
                  <a:lnTo>
                    <a:pt x="121918" y="3008183"/>
                  </a:lnTo>
                  <a:lnTo>
                    <a:pt x="81778" y="2996007"/>
                  </a:lnTo>
                  <a:lnTo>
                    <a:pt x="46930" y="2972722"/>
                  </a:lnTo>
                  <a:lnTo>
                    <a:pt x="20320" y="2940298"/>
                  </a:lnTo>
                  <a:lnTo>
                    <a:pt x="4280" y="2901576"/>
                  </a:lnTo>
                  <a:lnTo>
                    <a:pt x="0" y="2866853"/>
                  </a:lnTo>
                  <a:lnTo>
                    <a:pt x="170" y="135684"/>
                  </a:lnTo>
                  <a:lnTo>
                    <a:pt x="8345" y="94577"/>
                  </a:lnTo>
                  <a:lnTo>
                    <a:pt x="28120" y="57585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4664743" y="0"/>
                  </a:lnTo>
                  <a:lnTo>
                    <a:pt x="4705847" y="8176"/>
                  </a:lnTo>
                  <a:lnTo>
                    <a:pt x="4742840" y="27949"/>
                  </a:lnTo>
                  <a:lnTo>
                    <a:pt x="4772476" y="57584"/>
                  </a:lnTo>
                  <a:lnTo>
                    <a:pt x="4792249" y="94577"/>
                  </a:lnTo>
                  <a:lnTo>
                    <a:pt x="4800427" y="135684"/>
                  </a:lnTo>
                  <a:lnTo>
                    <a:pt x="4800427" y="2873871"/>
                  </a:lnTo>
                  <a:lnTo>
                    <a:pt x="4792249" y="2914977"/>
                  </a:lnTo>
                  <a:lnTo>
                    <a:pt x="4772476" y="2951970"/>
                  </a:lnTo>
                  <a:lnTo>
                    <a:pt x="4742840" y="2981606"/>
                  </a:lnTo>
                  <a:lnTo>
                    <a:pt x="4705847" y="3001379"/>
                  </a:lnTo>
                  <a:lnTo>
                    <a:pt x="4664743" y="300955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11024" y="4657724"/>
              <a:ext cx="4800600" cy="3009900"/>
            </a:xfrm>
            <a:custGeom>
              <a:avLst/>
              <a:gdLst/>
              <a:ahLst/>
              <a:cxnLst/>
              <a:rect l="l" t="t" r="r" b="b"/>
              <a:pathLst>
                <a:path w="4800600" h="3009900">
                  <a:moveTo>
                    <a:pt x="0" y="2867024"/>
                  </a:moveTo>
                  <a:lnTo>
                    <a:pt x="0" y="142874"/>
                  </a:lnTo>
                  <a:lnTo>
                    <a:pt x="170" y="135855"/>
                  </a:lnTo>
                  <a:lnTo>
                    <a:pt x="8345" y="94748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4657724" y="0"/>
                  </a:lnTo>
                  <a:lnTo>
                    <a:pt x="4699197" y="6150"/>
                  </a:lnTo>
                  <a:lnTo>
                    <a:pt x="4737100" y="24078"/>
                  </a:lnTo>
                  <a:lnTo>
                    <a:pt x="4768168" y="52234"/>
                  </a:lnTo>
                  <a:lnTo>
                    <a:pt x="4789722" y="88198"/>
                  </a:lnTo>
                  <a:lnTo>
                    <a:pt x="4799912" y="128870"/>
                  </a:lnTo>
                  <a:lnTo>
                    <a:pt x="4800599" y="142874"/>
                  </a:lnTo>
                  <a:lnTo>
                    <a:pt x="4800599" y="2867024"/>
                  </a:lnTo>
                  <a:lnTo>
                    <a:pt x="4794447" y="2908498"/>
                  </a:lnTo>
                  <a:lnTo>
                    <a:pt x="4776518" y="2946400"/>
                  </a:lnTo>
                  <a:lnTo>
                    <a:pt x="4748362" y="2977469"/>
                  </a:lnTo>
                  <a:lnTo>
                    <a:pt x="4712398" y="2999023"/>
                  </a:lnTo>
                  <a:lnTo>
                    <a:pt x="4671727" y="3009212"/>
                  </a:lnTo>
                  <a:lnTo>
                    <a:pt x="4657724" y="3009899"/>
                  </a:lnTo>
                  <a:lnTo>
                    <a:pt x="142874" y="3009899"/>
                  </a:lnTo>
                  <a:lnTo>
                    <a:pt x="101398" y="3003748"/>
                  </a:lnTo>
                  <a:lnTo>
                    <a:pt x="63496" y="2985819"/>
                  </a:lnTo>
                  <a:lnTo>
                    <a:pt x="32429" y="2957664"/>
                  </a:lnTo>
                  <a:lnTo>
                    <a:pt x="10873" y="2921699"/>
                  </a:lnTo>
                  <a:lnTo>
                    <a:pt x="685" y="2881028"/>
                  </a:lnTo>
                  <a:lnTo>
                    <a:pt x="0" y="286702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408792" y="5042026"/>
            <a:ext cx="16065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S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I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S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N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300" spc="-39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08792" y="5457075"/>
            <a:ext cx="114173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Storage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08792" y="6048639"/>
            <a:ext cx="389572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scrypt-hashed</a:t>
            </a:r>
            <a:r>
              <a:rPr sz="160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credentialsMessage</a:t>
            </a:r>
            <a:r>
              <a:rPr sz="160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&amp;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session</a:t>
            </a:r>
            <a:r>
              <a:rPr sz="160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metadataIntegrity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hash</a:t>
            </a:r>
            <a:r>
              <a:rPr sz="160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records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9387" y="8150986"/>
            <a:ext cx="7785734" cy="27635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Courier New"/>
                <a:cs typeface="Courier New"/>
              </a:rPr>
              <a:t>Client</a:t>
            </a:r>
            <a:r>
              <a:rPr sz="1700" dirty="0">
                <a:latin typeface="Segoe UI Symbol"/>
                <a:cs typeface="Segoe UI Symbol"/>
              </a:rPr>
              <a:t>→</a:t>
            </a:r>
            <a:r>
              <a:rPr sz="1700" dirty="0">
                <a:latin typeface="Courier New"/>
                <a:cs typeface="Courier New"/>
              </a:rPr>
              <a:t>Application</a:t>
            </a:r>
            <a:r>
              <a:rPr sz="1700" dirty="0">
                <a:latin typeface="Segoe UI Symbol"/>
                <a:cs typeface="Segoe UI Symbol"/>
              </a:rPr>
              <a:t>→</a:t>
            </a:r>
            <a:r>
              <a:rPr sz="1700" dirty="0">
                <a:latin typeface="Courier New"/>
                <a:cs typeface="Courier New"/>
              </a:rPr>
              <a:t>Persistence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shares</a:t>
            </a:r>
            <a:r>
              <a:rPr sz="1400" spc="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only,</a:t>
            </a:r>
            <a:r>
              <a:rPr sz="1400" spc="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never</a:t>
            </a:r>
            <a:r>
              <a:rPr sz="1400" spc="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the</a:t>
            </a:r>
            <a:r>
              <a:rPr sz="1400" spc="6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original.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671320"/>
            <a:ext cx="395605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3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S</a:t>
            </a:r>
            <a:r>
              <a:rPr sz="1400" spc="-31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U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Y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D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G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9387" y="1974363"/>
            <a:ext cx="866775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50" spc="-245" dirty="0">
                <a:solidFill>
                  <a:schemeClr val="tx1"/>
                </a:solidFill>
              </a:rPr>
              <a:t>Defense</a:t>
            </a:r>
            <a:r>
              <a:rPr sz="6850" spc="-575" dirty="0">
                <a:solidFill>
                  <a:schemeClr val="tx1"/>
                </a:solidFill>
              </a:rPr>
              <a:t> </a:t>
            </a:r>
            <a:r>
              <a:rPr sz="6850" spc="-160" dirty="0">
                <a:solidFill>
                  <a:schemeClr val="tx1"/>
                </a:solidFill>
              </a:rPr>
              <a:t>a</a:t>
            </a:r>
            <a:r>
              <a:rPr sz="6850" spc="420" dirty="0">
                <a:solidFill>
                  <a:schemeClr val="tx1"/>
                </a:solidFill>
              </a:rPr>
              <a:t>t</a:t>
            </a:r>
            <a:r>
              <a:rPr sz="6850" spc="-480" dirty="0">
                <a:solidFill>
                  <a:schemeClr val="tx1"/>
                </a:solidFill>
              </a:rPr>
              <a:t> </a:t>
            </a:r>
            <a:r>
              <a:rPr sz="6850" spc="-204" dirty="0">
                <a:solidFill>
                  <a:schemeClr val="tx1"/>
                </a:solidFill>
              </a:rPr>
              <a:t>every</a:t>
            </a:r>
            <a:r>
              <a:rPr sz="6850" spc="-375" dirty="0">
                <a:solidFill>
                  <a:schemeClr val="tx1"/>
                </a:solidFill>
              </a:rPr>
              <a:t> </a:t>
            </a:r>
            <a:r>
              <a:rPr sz="6850" spc="225" dirty="0">
                <a:solidFill>
                  <a:schemeClr val="tx1"/>
                </a:solidFill>
              </a:rPr>
              <a:t>l</a:t>
            </a:r>
            <a:r>
              <a:rPr sz="6850" spc="-425" dirty="0">
                <a:solidFill>
                  <a:schemeClr val="tx1"/>
                </a:solidFill>
              </a:rPr>
              <a:t>a</a:t>
            </a:r>
            <a:r>
              <a:rPr sz="6850" spc="-10" dirty="0">
                <a:solidFill>
                  <a:schemeClr val="tx1"/>
                </a:solidFill>
              </a:rPr>
              <a:t>y</a:t>
            </a:r>
            <a:r>
              <a:rPr sz="6850" spc="-200" dirty="0">
                <a:solidFill>
                  <a:schemeClr val="tx1"/>
                </a:solidFill>
              </a:rPr>
              <a:t>e</a:t>
            </a:r>
            <a:r>
              <a:rPr sz="6850" spc="15" dirty="0">
                <a:solidFill>
                  <a:schemeClr val="tx1"/>
                </a:solidFill>
              </a:rPr>
              <a:t>r</a:t>
            </a:r>
            <a:endParaRPr sz="6850" dirty="0">
              <a:solidFill>
                <a:schemeClr val="tx1"/>
              </a:solidFill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66849" y="3467099"/>
            <a:ext cx="7467600" cy="2362200"/>
            <a:chOff x="1466849" y="3467099"/>
            <a:chExt cx="7467600" cy="2362200"/>
          </a:xfrm>
        </p:grpSpPr>
        <p:sp>
          <p:nvSpPr>
            <p:cNvPr id="6" name="object 6"/>
            <p:cNvSpPr/>
            <p:nvPr/>
          </p:nvSpPr>
          <p:spPr>
            <a:xfrm>
              <a:off x="1476374" y="3476796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7312693" y="2342806"/>
                  </a:moveTo>
                  <a:lnTo>
                    <a:pt x="135855" y="2342806"/>
                  </a:lnTo>
                  <a:lnTo>
                    <a:pt x="121919" y="2341433"/>
                  </a:lnTo>
                  <a:lnTo>
                    <a:pt x="81779" y="2329257"/>
                  </a:lnTo>
                  <a:lnTo>
                    <a:pt x="46931" y="2305972"/>
                  </a:lnTo>
                  <a:lnTo>
                    <a:pt x="20321" y="2273548"/>
                  </a:lnTo>
                  <a:lnTo>
                    <a:pt x="4282" y="2234827"/>
                  </a:lnTo>
                  <a:lnTo>
                    <a:pt x="0" y="22001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53798" y="8176"/>
                  </a:lnTo>
                  <a:lnTo>
                    <a:pt x="7390791" y="27949"/>
                  </a:lnTo>
                  <a:lnTo>
                    <a:pt x="7420427" y="57585"/>
                  </a:lnTo>
                  <a:lnTo>
                    <a:pt x="7440200" y="94577"/>
                  </a:lnTo>
                  <a:lnTo>
                    <a:pt x="7448377" y="135684"/>
                  </a:lnTo>
                  <a:lnTo>
                    <a:pt x="7448377" y="2207122"/>
                  </a:lnTo>
                  <a:lnTo>
                    <a:pt x="7440199" y="2248228"/>
                  </a:lnTo>
                  <a:lnTo>
                    <a:pt x="7420427" y="2285220"/>
                  </a:lnTo>
                  <a:lnTo>
                    <a:pt x="7390791" y="2314856"/>
                  </a:lnTo>
                  <a:lnTo>
                    <a:pt x="7353798" y="2334629"/>
                  </a:lnTo>
                  <a:lnTo>
                    <a:pt x="7312693" y="2342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6374" y="3476624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0" y="22002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8" y="6150"/>
                  </a:lnTo>
                  <a:lnTo>
                    <a:pt x="7385050" y="24078"/>
                  </a:lnTo>
                  <a:lnTo>
                    <a:pt x="7416119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200274"/>
                  </a:lnTo>
                  <a:lnTo>
                    <a:pt x="7442397" y="2241749"/>
                  </a:lnTo>
                  <a:lnTo>
                    <a:pt x="7424469" y="2279651"/>
                  </a:lnTo>
                  <a:lnTo>
                    <a:pt x="7396313" y="2310719"/>
                  </a:lnTo>
                  <a:lnTo>
                    <a:pt x="7360349" y="2332273"/>
                  </a:lnTo>
                  <a:lnTo>
                    <a:pt x="7319678" y="2342462"/>
                  </a:lnTo>
                  <a:lnTo>
                    <a:pt x="7305674" y="2343149"/>
                  </a:lnTo>
                  <a:lnTo>
                    <a:pt x="142874" y="2343149"/>
                  </a:lnTo>
                  <a:lnTo>
                    <a:pt x="101399" y="2336998"/>
                  </a:lnTo>
                  <a:lnTo>
                    <a:pt x="63497" y="2319070"/>
                  </a:lnTo>
                  <a:lnTo>
                    <a:pt x="32429" y="2290914"/>
                  </a:lnTo>
                  <a:lnTo>
                    <a:pt x="10875" y="2254950"/>
                  </a:lnTo>
                  <a:lnTo>
                    <a:pt x="686" y="2214279"/>
                  </a:lnTo>
                  <a:lnTo>
                    <a:pt x="0" y="2200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61046" y="3881120"/>
            <a:ext cx="156083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F75049"/>
                </a:solidFill>
                <a:latin typeface="Courier New"/>
                <a:cs typeface="Courier New"/>
              </a:rPr>
              <a:t>XSS</a:t>
            </a:r>
            <a:r>
              <a:rPr sz="1400" spc="85" dirty="0">
                <a:solidFill>
                  <a:srgbClr val="F7504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75049"/>
                </a:solidFill>
                <a:latin typeface="Courier New"/>
                <a:cs typeface="Courier New"/>
              </a:rPr>
              <a:t>PREVENTION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1045" y="4295025"/>
            <a:ext cx="5791835" cy="12077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DOMPurify</a:t>
            </a:r>
            <a:r>
              <a:rPr sz="2350" spc="-11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580" dirty="0">
                <a:solidFill>
                  <a:srgbClr val="E6ECF2"/>
                </a:solidFill>
                <a:latin typeface="Lucida Sans Unicode"/>
                <a:cs typeface="Lucida Sans Unicode"/>
              </a:rPr>
              <a:t>+</a:t>
            </a:r>
            <a:r>
              <a:rPr sz="23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escaping</a:t>
            </a:r>
            <a:endParaRPr sz="235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1650"/>
              </a:spcBef>
            </a:pPr>
            <a:r>
              <a:rPr sz="160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Client-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side</a:t>
            </a:r>
            <a:r>
              <a:rPr sz="16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DOMPurify</a:t>
            </a:r>
            <a:r>
              <a:rPr sz="1600" spc="-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00" spc="-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strict</a:t>
            </a:r>
            <a:r>
              <a:rPr sz="16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server-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side</a:t>
            </a:r>
            <a:r>
              <a:rPr sz="16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HTML</a:t>
            </a:r>
            <a:r>
              <a:rPr sz="1600" spc="-1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escaping neutralise</a:t>
            </a:r>
            <a:r>
              <a:rPr sz="160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injected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scripts.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53549" y="3467099"/>
            <a:ext cx="7467600" cy="2362200"/>
            <a:chOff x="9353549" y="3467099"/>
            <a:chExt cx="7467600" cy="2362200"/>
          </a:xfrm>
        </p:grpSpPr>
        <p:sp>
          <p:nvSpPr>
            <p:cNvPr id="11" name="object 11"/>
            <p:cNvSpPr/>
            <p:nvPr/>
          </p:nvSpPr>
          <p:spPr>
            <a:xfrm>
              <a:off x="9363074" y="3476796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7312693" y="2342806"/>
                  </a:moveTo>
                  <a:lnTo>
                    <a:pt x="135855" y="2342806"/>
                  </a:lnTo>
                  <a:lnTo>
                    <a:pt x="121918" y="2341433"/>
                  </a:lnTo>
                  <a:lnTo>
                    <a:pt x="81778" y="2329257"/>
                  </a:lnTo>
                  <a:lnTo>
                    <a:pt x="46930" y="2305972"/>
                  </a:lnTo>
                  <a:lnTo>
                    <a:pt x="20321" y="2273548"/>
                  </a:lnTo>
                  <a:lnTo>
                    <a:pt x="4282" y="2234827"/>
                  </a:lnTo>
                  <a:lnTo>
                    <a:pt x="0" y="22001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19" y="57585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53797" y="8176"/>
                  </a:lnTo>
                  <a:lnTo>
                    <a:pt x="7390790" y="27949"/>
                  </a:lnTo>
                  <a:lnTo>
                    <a:pt x="7420426" y="57585"/>
                  </a:lnTo>
                  <a:lnTo>
                    <a:pt x="7440199" y="94577"/>
                  </a:lnTo>
                  <a:lnTo>
                    <a:pt x="7448377" y="135684"/>
                  </a:lnTo>
                  <a:lnTo>
                    <a:pt x="7448377" y="2207122"/>
                  </a:lnTo>
                  <a:lnTo>
                    <a:pt x="7440199" y="2248228"/>
                  </a:lnTo>
                  <a:lnTo>
                    <a:pt x="7420426" y="2285220"/>
                  </a:lnTo>
                  <a:lnTo>
                    <a:pt x="7390790" y="2314856"/>
                  </a:lnTo>
                  <a:lnTo>
                    <a:pt x="7353797" y="2334629"/>
                  </a:lnTo>
                  <a:lnTo>
                    <a:pt x="7312693" y="2342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63074" y="3476624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0" y="22002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7" y="6150"/>
                  </a:lnTo>
                  <a:lnTo>
                    <a:pt x="7385049" y="24078"/>
                  </a:lnTo>
                  <a:lnTo>
                    <a:pt x="7416117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200274"/>
                  </a:lnTo>
                  <a:lnTo>
                    <a:pt x="7442396" y="2241749"/>
                  </a:lnTo>
                  <a:lnTo>
                    <a:pt x="7424468" y="2279651"/>
                  </a:lnTo>
                  <a:lnTo>
                    <a:pt x="7396312" y="2310719"/>
                  </a:lnTo>
                  <a:lnTo>
                    <a:pt x="7360347" y="2332273"/>
                  </a:lnTo>
                  <a:lnTo>
                    <a:pt x="7319677" y="2342462"/>
                  </a:lnTo>
                  <a:lnTo>
                    <a:pt x="7305674" y="2343149"/>
                  </a:lnTo>
                  <a:lnTo>
                    <a:pt x="142874" y="2343149"/>
                  </a:lnTo>
                  <a:lnTo>
                    <a:pt x="101399" y="2336998"/>
                  </a:lnTo>
                  <a:lnTo>
                    <a:pt x="63496" y="2319070"/>
                  </a:lnTo>
                  <a:lnTo>
                    <a:pt x="32429" y="2290914"/>
                  </a:lnTo>
                  <a:lnTo>
                    <a:pt x="10874" y="2254950"/>
                  </a:lnTo>
                  <a:lnTo>
                    <a:pt x="685" y="2214279"/>
                  </a:lnTo>
                  <a:lnTo>
                    <a:pt x="0" y="2200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43280" y="3881120"/>
            <a:ext cx="188976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PASSWORD</a:t>
            </a:r>
            <a:r>
              <a:rPr sz="1400" spc="18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E3B340"/>
                </a:solidFill>
                <a:latin typeface="Courier New"/>
                <a:cs typeface="Courier New"/>
              </a:rPr>
              <a:t>SECURITY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43282" y="4295025"/>
            <a:ext cx="214185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55" dirty="0">
                <a:solidFill>
                  <a:srgbClr val="E6ECF2"/>
                </a:solidFill>
                <a:latin typeface="Lucida Sans Unicode"/>
                <a:cs typeface="Lucida Sans Unicode"/>
              </a:rPr>
              <a:t>scrypt</a:t>
            </a:r>
            <a:r>
              <a:rPr sz="2350" spc="-1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hashing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43282" y="4867539"/>
            <a:ext cx="5951220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Werkzeug</a:t>
            </a:r>
            <a:r>
              <a:rPr sz="1600" spc="-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scrypt</a:t>
            </a:r>
            <a:r>
              <a:rPr sz="160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hashing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 resists</a:t>
            </a:r>
            <a:r>
              <a:rPr sz="16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GPU</a:t>
            </a:r>
            <a:r>
              <a:rPr sz="1600" spc="-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brute-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force</a:t>
            </a:r>
            <a:r>
              <a:rPr sz="160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85" dirty="0">
                <a:solidFill>
                  <a:srgbClr val="8B949D"/>
                </a:solidFill>
                <a:latin typeface="Lucida Sans Unicode"/>
                <a:cs typeface="Lucida Sans Unicode"/>
              </a:rPr>
              <a:t>—</a:t>
            </a:r>
            <a:r>
              <a:rPr sz="160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plaintext passwords</a:t>
            </a:r>
            <a:r>
              <a:rPr sz="16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are</a:t>
            </a:r>
            <a:r>
              <a:rPr sz="16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never</a:t>
            </a:r>
            <a:r>
              <a:rPr sz="160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stored.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66849" y="6248399"/>
            <a:ext cx="7467600" cy="2362200"/>
            <a:chOff x="1466849" y="6248399"/>
            <a:chExt cx="7467600" cy="2362200"/>
          </a:xfrm>
        </p:grpSpPr>
        <p:sp>
          <p:nvSpPr>
            <p:cNvPr id="17" name="object 17"/>
            <p:cNvSpPr/>
            <p:nvPr/>
          </p:nvSpPr>
          <p:spPr>
            <a:xfrm>
              <a:off x="1476374" y="6258096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7312693" y="2342806"/>
                  </a:moveTo>
                  <a:lnTo>
                    <a:pt x="135855" y="2342806"/>
                  </a:lnTo>
                  <a:lnTo>
                    <a:pt x="94749" y="2334628"/>
                  </a:lnTo>
                  <a:lnTo>
                    <a:pt x="57756" y="2314855"/>
                  </a:lnTo>
                  <a:lnTo>
                    <a:pt x="28121" y="2285219"/>
                  </a:lnTo>
                  <a:lnTo>
                    <a:pt x="8348" y="2248227"/>
                  </a:lnTo>
                  <a:lnTo>
                    <a:pt x="171" y="2207121"/>
                  </a:lnTo>
                  <a:lnTo>
                    <a:pt x="0" y="22001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26629" y="1372"/>
                  </a:lnTo>
                  <a:lnTo>
                    <a:pt x="7366768" y="13547"/>
                  </a:lnTo>
                  <a:lnTo>
                    <a:pt x="7401617" y="36832"/>
                  </a:lnTo>
                  <a:lnTo>
                    <a:pt x="7428226" y="69257"/>
                  </a:lnTo>
                  <a:lnTo>
                    <a:pt x="7444265" y="107978"/>
                  </a:lnTo>
                  <a:lnTo>
                    <a:pt x="7448377" y="135684"/>
                  </a:lnTo>
                  <a:lnTo>
                    <a:pt x="7448377" y="2207121"/>
                  </a:lnTo>
                  <a:lnTo>
                    <a:pt x="7440199" y="2248227"/>
                  </a:lnTo>
                  <a:lnTo>
                    <a:pt x="7420427" y="2285219"/>
                  </a:lnTo>
                  <a:lnTo>
                    <a:pt x="7390791" y="2314855"/>
                  </a:lnTo>
                  <a:lnTo>
                    <a:pt x="7353798" y="2334628"/>
                  </a:lnTo>
                  <a:lnTo>
                    <a:pt x="7312693" y="2342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76374" y="6257924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0" y="22002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19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8" y="6150"/>
                  </a:lnTo>
                  <a:lnTo>
                    <a:pt x="7385050" y="24077"/>
                  </a:lnTo>
                  <a:lnTo>
                    <a:pt x="7416119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200274"/>
                  </a:lnTo>
                  <a:lnTo>
                    <a:pt x="7442397" y="2241748"/>
                  </a:lnTo>
                  <a:lnTo>
                    <a:pt x="7424469" y="2279650"/>
                  </a:lnTo>
                  <a:lnTo>
                    <a:pt x="7396313" y="2310718"/>
                  </a:lnTo>
                  <a:lnTo>
                    <a:pt x="7360349" y="2332272"/>
                  </a:lnTo>
                  <a:lnTo>
                    <a:pt x="7319678" y="2342462"/>
                  </a:lnTo>
                  <a:lnTo>
                    <a:pt x="7305674" y="2343149"/>
                  </a:lnTo>
                  <a:lnTo>
                    <a:pt x="142874" y="2343149"/>
                  </a:lnTo>
                  <a:lnTo>
                    <a:pt x="101399" y="2336997"/>
                  </a:lnTo>
                  <a:lnTo>
                    <a:pt x="63497" y="2319068"/>
                  </a:lnTo>
                  <a:lnTo>
                    <a:pt x="32429" y="2290913"/>
                  </a:lnTo>
                  <a:lnTo>
                    <a:pt x="10875" y="2254949"/>
                  </a:lnTo>
                  <a:lnTo>
                    <a:pt x="686" y="2214278"/>
                  </a:lnTo>
                  <a:lnTo>
                    <a:pt x="0" y="2200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61046" y="6643369"/>
            <a:ext cx="134175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KEY</a:t>
            </a:r>
            <a:r>
              <a:rPr sz="1400" spc="8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BC8BFF"/>
                </a:solidFill>
                <a:latin typeface="Courier New"/>
                <a:cs typeface="Courier New"/>
              </a:rPr>
              <a:t>EXCHANGE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1045" y="7057274"/>
            <a:ext cx="5951855" cy="12077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80" dirty="0">
                <a:solidFill>
                  <a:srgbClr val="E6ECF2"/>
                </a:solidFill>
                <a:latin typeface="Lucida Sans Unicode"/>
                <a:cs typeface="Lucida Sans Unicode"/>
              </a:rPr>
              <a:t>ECDH</a:t>
            </a:r>
            <a:r>
              <a:rPr sz="235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via</a:t>
            </a:r>
            <a:r>
              <a:rPr sz="2350" spc="-2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WebCrypto</a:t>
            </a:r>
            <a:endParaRPr sz="235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1650"/>
              </a:spcBef>
            </a:pP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Key</a:t>
            </a:r>
            <a:r>
              <a:rPr sz="16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pairs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are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generated</a:t>
            </a: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locally</a:t>
            </a:r>
            <a:r>
              <a:rPr sz="16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browser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native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WebCrypto</a:t>
            </a:r>
            <a:r>
              <a:rPr sz="16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API.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53549" y="6248399"/>
            <a:ext cx="7467600" cy="2362200"/>
            <a:chOff x="9353549" y="6248399"/>
            <a:chExt cx="7467600" cy="2362200"/>
          </a:xfrm>
        </p:grpSpPr>
        <p:sp>
          <p:nvSpPr>
            <p:cNvPr id="22" name="object 22"/>
            <p:cNvSpPr/>
            <p:nvPr/>
          </p:nvSpPr>
          <p:spPr>
            <a:xfrm>
              <a:off x="9363074" y="6258096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7312693" y="2342806"/>
                  </a:moveTo>
                  <a:lnTo>
                    <a:pt x="135855" y="2342806"/>
                  </a:lnTo>
                  <a:lnTo>
                    <a:pt x="94748" y="2334628"/>
                  </a:lnTo>
                  <a:lnTo>
                    <a:pt x="57755" y="2314855"/>
                  </a:lnTo>
                  <a:lnTo>
                    <a:pt x="28120" y="2285219"/>
                  </a:lnTo>
                  <a:lnTo>
                    <a:pt x="8347" y="2248227"/>
                  </a:lnTo>
                  <a:lnTo>
                    <a:pt x="171" y="2207121"/>
                  </a:lnTo>
                  <a:lnTo>
                    <a:pt x="0" y="22001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19" y="57584"/>
                  </a:lnTo>
                  <a:lnTo>
                    <a:pt x="57756" y="27948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26628" y="1372"/>
                  </a:lnTo>
                  <a:lnTo>
                    <a:pt x="7366766" y="13547"/>
                  </a:lnTo>
                  <a:lnTo>
                    <a:pt x="7401615" y="36832"/>
                  </a:lnTo>
                  <a:lnTo>
                    <a:pt x="7428225" y="69257"/>
                  </a:lnTo>
                  <a:lnTo>
                    <a:pt x="7444264" y="107978"/>
                  </a:lnTo>
                  <a:lnTo>
                    <a:pt x="7448377" y="135684"/>
                  </a:lnTo>
                  <a:lnTo>
                    <a:pt x="7448377" y="2207121"/>
                  </a:lnTo>
                  <a:lnTo>
                    <a:pt x="7440199" y="2248227"/>
                  </a:lnTo>
                  <a:lnTo>
                    <a:pt x="7420426" y="2285219"/>
                  </a:lnTo>
                  <a:lnTo>
                    <a:pt x="7390790" y="2314855"/>
                  </a:lnTo>
                  <a:lnTo>
                    <a:pt x="7353797" y="2334628"/>
                  </a:lnTo>
                  <a:lnTo>
                    <a:pt x="7312693" y="23428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63074" y="6257924"/>
              <a:ext cx="7448550" cy="2343150"/>
            </a:xfrm>
            <a:custGeom>
              <a:avLst/>
              <a:gdLst/>
              <a:ahLst/>
              <a:cxnLst/>
              <a:rect l="l" t="t" r="r" b="b"/>
              <a:pathLst>
                <a:path w="7448550" h="2343150">
                  <a:moveTo>
                    <a:pt x="0" y="22002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19" y="57756"/>
                  </a:lnTo>
                  <a:lnTo>
                    <a:pt x="57756" y="28119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7" y="6150"/>
                  </a:lnTo>
                  <a:lnTo>
                    <a:pt x="7385049" y="24077"/>
                  </a:lnTo>
                  <a:lnTo>
                    <a:pt x="7416117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200274"/>
                  </a:lnTo>
                  <a:lnTo>
                    <a:pt x="7442396" y="2241748"/>
                  </a:lnTo>
                  <a:lnTo>
                    <a:pt x="7424468" y="2279650"/>
                  </a:lnTo>
                  <a:lnTo>
                    <a:pt x="7396312" y="2310718"/>
                  </a:lnTo>
                  <a:lnTo>
                    <a:pt x="7360347" y="2332272"/>
                  </a:lnTo>
                  <a:lnTo>
                    <a:pt x="7319677" y="2342462"/>
                  </a:lnTo>
                  <a:lnTo>
                    <a:pt x="7305674" y="2343149"/>
                  </a:lnTo>
                  <a:lnTo>
                    <a:pt x="142874" y="2343149"/>
                  </a:lnTo>
                  <a:lnTo>
                    <a:pt x="101399" y="2336997"/>
                  </a:lnTo>
                  <a:lnTo>
                    <a:pt x="63496" y="2319068"/>
                  </a:lnTo>
                  <a:lnTo>
                    <a:pt x="32429" y="2290913"/>
                  </a:lnTo>
                  <a:lnTo>
                    <a:pt x="10874" y="2254949"/>
                  </a:lnTo>
                  <a:lnTo>
                    <a:pt x="685" y="2214278"/>
                  </a:lnTo>
                  <a:lnTo>
                    <a:pt x="0" y="22002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743280" y="6643369"/>
            <a:ext cx="156083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ZERO-</a:t>
            </a:r>
            <a:r>
              <a:rPr sz="1400" spc="-10" dirty="0">
                <a:solidFill>
                  <a:srgbClr val="00B4D8"/>
                </a:solidFill>
                <a:latin typeface="Courier New"/>
                <a:cs typeface="Courier New"/>
              </a:rPr>
              <a:t>KNOWLEDGE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43282" y="7057274"/>
            <a:ext cx="243141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Blind</a:t>
            </a:r>
            <a:r>
              <a:rPr sz="2350" spc="-12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server</a:t>
            </a:r>
            <a:r>
              <a:rPr sz="2350" spc="-1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3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relay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43282" y="7629789"/>
            <a:ext cx="605599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server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forwards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430" dirty="0">
                <a:solidFill>
                  <a:srgbClr val="8B949D"/>
                </a:solidFill>
                <a:latin typeface="Lucida Sans Unicode"/>
                <a:cs typeface="Lucida Sans Unicode"/>
              </a:rPr>
              <a:t>1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it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can</a:t>
            </a:r>
            <a:r>
              <a:rPr sz="160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never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combine</a:t>
            </a:r>
            <a:r>
              <a:rPr sz="1600" spc="-1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85" dirty="0">
                <a:solidFill>
                  <a:srgbClr val="8B949D"/>
                </a:solidFill>
                <a:latin typeface="Lucida Sans Unicode"/>
                <a:cs typeface="Lucida Sans Unicode"/>
              </a:rPr>
              <a:t>—</a:t>
            </a:r>
            <a:r>
              <a:rPr sz="1600" spc="-1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B949D"/>
                </a:solidFill>
                <a:latin typeface="Lucida Sans Unicode"/>
                <a:cs typeface="Lucida Sans Unicode"/>
              </a:rPr>
              <a:t>it</a:t>
            </a:r>
            <a:r>
              <a:rPr sz="16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holds</a:t>
            </a:r>
            <a:r>
              <a:rPr sz="16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no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recoverable</a:t>
            </a:r>
            <a:r>
              <a:rPr sz="160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image.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557019"/>
            <a:ext cx="256667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4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S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K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9387" y="1860063"/>
            <a:ext cx="3724275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50" spc="-500" dirty="0">
                <a:solidFill>
                  <a:schemeClr val="tx1"/>
                </a:solidFill>
              </a:rPr>
              <a:t>B</a:t>
            </a:r>
            <a:r>
              <a:rPr sz="6850" spc="-229" dirty="0">
                <a:solidFill>
                  <a:schemeClr val="tx1"/>
                </a:solidFill>
              </a:rPr>
              <a:t>u</a:t>
            </a:r>
            <a:r>
              <a:rPr sz="6850" spc="-130" dirty="0">
                <a:solidFill>
                  <a:schemeClr val="tx1"/>
                </a:solidFill>
              </a:rPr>
              <a:t>i</a:t>
            </a:r>
            <a:r>
              <a:rPr sz="6850" spc="10" dirty="0">
                <a:solidFill>
                  <a:schemeClr val="tx1"/>
                </a:solidFill>
              </a:rPr>
              <a:t>l</a:t>
            </a:r>
            <a:r>
              <a:rPr sz="6850" spc="-200" dirty="0">
                <a:solidFill>
                  <a:schemeClr val="tx1"/>
                </a:solidFill>
              </a:rPr>
              <a:t>t</a:t>
            </a:r>
            <a:r>
              <a:rPr sz="6850" spc="-475" dirty="0">
                <a:solidFill>
                  <a:schemeClr val="tx1"/>
                </a:solidFill>
              </a:rPr>
              <a:t> </a:t>
            </a:r>
            <a:r>
              <a:rPr sz="6850" spc="-35" dirty="0">
                <a:solidFill>
                  <a:schemeClr val="tx1"/>
                </a:solidFill>
              </a:rPr>
              <a:t>with</a:t>
            </a:r>
            <a:endParaRPr sz="6850" dirty="0">
              <a:solidFill>
                <a:schemeClr val="tx1"/>
              </a:solidFill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66849" y="3238500"/>
            <a:ext cx="7467600" cy="2476500"/>
            <a:chOff x="1466849" y="3371849"/>
            <a:chExt cx="7467600" cy="2476500"/>
          </a:xfrm>
        </p:grpSpPr>
        <p:sp>
          <p:nvSpPr>
            <p:cNvPr id="6" name="object 6"/>
            <p:cNvSpPr/>
            <p:nvPr/>
          </p:nvSpPr>
          <p:spPr>
            <a:xfrm>
              <a:off x="1476374" y="3381546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7312693" y="2457106"/>
                  </a:moveTo>
                  <a:lnTo>
                    <a:pt x="135855" y="2457106"/>
                  </a:lnTo>
                  <a:lnTo>
                    <a:pt x="121919" y="2455733"/>
                  </a:lnTo>
                  <a:lnTo>
                    <a:pt x="81779" y="2443557"/>
                  </a:lnTo>
                  <a:lnTo>
                    <a:pt x="46931" y="2420272"/>
                  </a:lnTo>
                  <a:lnTo>
                    <a:pt x="20321" y="2387848"/>
                  </a:lnTo>
                  <a:lnTo>
                    <a:pt x="4282" y="2349127"/>
                  </a:lnTo>
                  <a:lnTo>
                    <a:pt x="0" y="2314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53798" y="8176"/>
                  </a:lnTo>
                  <a:lnTo>
                    <a:pt x="7390791" y="27949"/>
                  </a:lnTo>
                  <a:lnTo>
                    <a:pt x="7420427" y="57585"/>
                  </a:lnTo>
                  <a:lnTo>
                    <a:pt x="7440200" y="94577"/>
                  </a:lnTo>
                  <a:lnTo>
                    <a:pt x="7448377" y="135684"/>
                  </a:lnTo>
                  <a:lnTo>
                    <a:pt x="7448377" y="2321422"/>
                  </a:lnTo>
                  <a:lnTo>
                    <a:pt x="7440199" y="2362527"/>
                  </a:lnTo>
                  <a:lnTo>
                    <a:pt x="7420427" y="2399520"/>
                  </a:lnTo>
                  <a:lnTo>
                    <a:pt x="7390791" y="2429156"/>
                  </a:lnTo>
                  <a:lnTo>
                    <a:pt x="7353798" y="2448929"/>
                  </a:lnTo>
                  <a:lnTo>
                    <a:pt x="7312693" y="2457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76374" y="3381374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0" y="2314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8" y="6150"/>
                  </a:lnTo>
                  <a:lnTo>
                    <a:pt x="7385050" y="24078"/>
                  </a:lnTo>
                  <a:lnTo>
                    <a:pt x="7416119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314574"/>
                  </a:lnTo>
                  <a:lnTo>
                    <a:pt x="7442397" y="2356048"/>
                  </a:lnTo>
                  <a:lnTo>
                    <a:pt x="7424469" y="2393950"/>
                  </a:lnTo>
                  <a:lnTo>
                    <a:pt x="7396313" y="2425019"/>
                  </a:lnTo>
                  <a:lnTo>
                    <a:pt x="7360349" y="2446573"/>
                  </a:lnTo>
                  <a:lnTo>
                    <a:pt x="7319678" y="2456762"/>
                  </a:lnTo>
                  <a:lnTo>
                    <a:pt x="7305674" y="2457449"/>
                  </a:lnTo>
                  <a:lnTo>
                    <a:pt x="142874" y="2457449"/>
                  </a:lnTo>
                  <a:lnTo>
                    <a:pt x="101399" y="2451298"/>
                  </a:lnTo>
                  <a:lnTo>
                    <a:pt x="63497" y="2433369"/>
                  </a:lnTo>
                  <a:lnTo>
                    <a:pt x="32429" y="2405214"/>
                  </a:lnTo>
                  <a:lnTo>
                    <a:pt x="10875" y="2369250"/>
                  </a:lnTo>
                  <a:lnTo>
                    <a:pt x="686" y="2328579"/>
                  </a:lnTo>
                  <a:lnTo>
                    <a:pt x="0" y="2314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61045" y="3633471"/>
            <a:ext cx="5924550" cy="1111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F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R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O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T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E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8A6FF"/>
                </a:solidFill>
                <a:latin typeface="Courier New"/>
                <a:cs typeface="Courier New"/>
              </a:rPr>
              <a:t>N</a:t>
            </a:r>
            <a:r>
              <a:rPr sz="1400" spc="-459" dirty="0">
                <a:solidFill>
                  <a:srgbClr val="58A6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58A6FF"/>
                </a:solidFill>
                <a:latin typeface="Courier New"/>
                <a:cs typeface="Courier New"/>
              </a:rPr>
              <a:t>D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Glassmorphic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dark</a:t>
            </a:r>
            <a:r>
              <a:rPr sz="1750" spc="-1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40" dirty="0">
                <a:solidFill>
                  <a:srgbClr val="8B949D"/>
                </a:solidFill>
                <a:latin typeface="Lucida Sans Unicode"/>
                <a:cs typeface="Lucida Sans Unicode"/>
              </a:rPr>
              <a:t>UI</a:t>
            </a:r>
            <a:r>
              <a:rPr sz="1750" spc="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WCAG</a:t>
            </a:r>
            <a:r>
              <a:rPr sz="17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54" dirty="0">
                <a:solidFill>
                  <a:srgbClr val="8B949D"/>
                </a:solidFill>
                <a:latin typeface="Lucida Sans Unicode"/>
                <a:cs typeface="Lucida Sans Unicode"/>
              </a:rPr>
              <a:t>2.1</a:t>
            </a:r>
            <a:r>
              <a:rPr sz="17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AAProgressive</a:t>
            </a:r>
            <a:r>
              <a:rPr sz="17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Web</a:t>
            </a:r>
            <a:r>
              <a:rPr sz="17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App</a:t>
            </a:r>
            <a:r>
              <a:rPr sz="17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6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 Service</a:t>
            </a:r>
            <a:r>
              <a:rPr sz="17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WorkerWebCrypto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API</a:t>
            </a:r>
            <a:r>
              <a:rPr sz="1750" spc="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DOMPurify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53549" y="3238500"/>
            <a:ext cx="7467600" cy="2476500"/>
            <a:chOff x="9353549" y="3371849"/>
            <a:chExt cx="7467600" cy="2476500"/>
          </a:xfrm>
        </p:grpSpPr>
        <p:sp>
          <p:nvSpPr>
            <p:cNvPr id="10" name="object 10"/>
            <p:cNvSpPr/>
            <p:nvPr/>
          </p:nvSpPr>
          <p:spPr>
            <a:xfrm>
              <a:off x="9363074" y="3381546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7312693" y="2457106"/>
                  </a:moveTo>
                  <a:lnTo>
                    <a:pt x="135855" y="2457106"/>
                  </a:lnTo>
                  <a:lnTo>
                    <a:pt x="121918" y="2455733"/>
                  </a:lnTo>
                  <a:lnTo>
                    <a:pt x="81778" y="2443557"/>
                  </a:lnTo>
                  <a:lnTo>
                    <a:pt x="46930" y="2420272"/>
                  </a:lnTo>
                  <a:lnTo>
                    <a:pt x="20321" y="2387848"/>
                  </a:lnTo>
                  <a:lnTo>
                    <a:pt x="4282" y="2349127"/>
                  </a:lnTo>
                  <a:lnTo>
                    <a:pt x="0" y="23144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19" y="57584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53797" y="8176"/>
                  </a:lnTo>
                  <a:lnTo>
                    <a:pt x="7390790" y="27949"/>
                  </a:lnTo>
                  <a:lnTo>
                    <a:pt x="7420426" y="57585"/>
                  </a:lnTo>
                  <a:lnTo>
                    <a:pt x="7440199" y="94577"/>
                  </a:lnTo>
                  <a:lnTo>
                    <a:pt x="7448377" y="135684"/>
                  </a:lnTo>
                  <a:lnTo>
                    <a:pt x="7448377" y="2321422"/>
                  </a:lnTo>
                  <a:lnTo>
                    <a:pt x="7440199" y="2362527"/>
                  </a:lnTo>
                  <a:lnTo>
                    <a:pt x="7420426" y="2399520"/>
                  </a:lnTo>
                  <a:lnTo>
                    <a:pt x="7390790" y="2429156"/>
                  </a:lnTo>
                  <a:lnTo>
                    <a:pt x="7353797" y="2448929"/>
                  </a:lnTo>
                  <a:lnTo>
                    <a:pt x="7312693" y="2457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63074" y="3381374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0" y="2314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9"/>
                  </a:lnTo>
                  <a:lnTo>
                    <a:pt x="28119" y="57756"/>
                  </a:lnTo>
                  <a:lnTo>
                    <a:pt x="57756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7" y="6150"/>
                  </a:lnTo>
                  <a:lnTo>
                    <a:pt x="7385049" y="24078"/>
                  </a:lnTo>
                  <a:lnTo>
                    <a:pt x="7416117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314574"/>
                  </a:lnTo>
                  <a:lnTo>
                    <a:pt x="7442396" y="2356048"/>
                  </a:lnTo>
                  <a:lnTo>
                    <a:pt x="7424468" y="2393950"/>
                  </a:lnTo>
                  <a:lnTo>
                    <a:pt x="7396312" y="2425019"/>
                  </a:lnTo>
                  <a:lnTo>
                    <a:pt x="7360347" y="2446573"/>
                  </a:lnTo>
                  <a:lnTo>
                    <a:pt x="7319677" y="2456762"/>
                  </a:lnTo>
                  <a:lnTo>
                    <a:pt x="7305674" y="2457449"/>
                  </a:lnTo>
                  <a:lnTo>
                    <a:pt x="142874" y="2457449"/>
                  </a:lnTo>
                  <a:lnTo>
                    <a:pt x="101399" y="2451298"/>
                  </a:lnTo>
                  <a:lnTo>
                    <a:pt x="63496" y="2433369"/>
                  </a:lnTo>
                  <a:lnTo>
                    <a:pt x="32429" y="2405214"/>
                  </a:lnTo>
                  <a:lnTo>
                    <a:pt x="10874" y="2369250"/>
                  </a:lnTo>
                  <a:lnTo>
                    <a:pt x="685" y="2328579"/>
                  </a:lnTo>
                  <a:lnTo>
                    <a:pt x="0" y="2314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743280" y="3633471"/>
            <a:ext cx="106743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B</a:t>
            </a:r>
            <a:r>
              <a:rPr sz="1400" spc="-459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A</a:t>
            </a:r>
            <a:r>
              <a:rPr sz="1400" spc="-459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C</a:t>
            </a:r>
            <a:r>
              <a:rPr sz="1400" spc="-459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K</a:t>
            </a:r>
            <a:r>
              <a:rPr sz="1400" spc="-459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E</a:t>
            </a:r>
            <a:r>
              <a:rPr sz="1400" spc="-459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4D8"/>
                </a:solidFill>
                <a:latin typeface="Courier New"/>
                <a:cs typeface="Courier New"/>
              </a:rPr>
              <a:t>N</a:t>
            </a:r>
            <a:r>
              <a:rPr sz="1400" spc="-459" dirty="0">
                <a:solidFill>
                  <a:srgbClr val="00B4D8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00B4D8"/>
                </a:solidFill>
                <a:latin typeface="Courier New"/>
                <a:cs typeface="Courier New"/>
              </a:rPr>
              <a:t>D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43282" y="3994909"/>
            <a:ext cx="6368415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95"/>
              </a:spcBef>
            </a:pP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Python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FlaskFlask-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SocketIO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WebSocketsWerkzeug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scrypt hashing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66849" y="6115050"/>
            <a:ext cx="7467600" cy="2476500"/>
            <a:chOff x="1466849" y="6248399"/>
            <a:chExt cx="7467600" cy="2476500"/>
          </a:xfrm>
        </p:grpSpPr>
        <p:sp>
          <p:nvSpPr>
            <p:cNvPr id="15" name="object 15"/>
            <p:cNvSpPr/>
            <p:nvPr/>
          </p:nvSpPr>
          <p:spPr>
            <a:xfrm>
              <a:off x="1476374" y="6258096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7312693" y="2457106"/>
                  </a:moveTo>
                  <a:lnTo>
                    <a:pt x="135855" y="2457106"/>
                  </a:lnTo>
                  <a:lnTo>
                    <a:pt x="121919" y="2455733"/>
                  </a:lnTo>
                  <a:lnTo>
                    <a:pt x="81779" y="2443556"/>
                  </a:lnTo>
                  <a:lnTo>
                    <a:pt x="46931" y="2420271"/>
                  </a:lnTo>
                  <a:lnTo>
                    <a:pt x="20321" y="2387847"/>
                  </a:lnTo>
                  <a:lnTo>
                    <a:pt x="4282" y="2349127"/>
                  </a:lnTo>
                  <a:lnTo>
                    <a:pt x="0" y="2314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26629" y="1372"/>
                  </a:lnTo>
                  <a:lnTo>
                    <a:pt x="7366768" y="13547"/>
                  </a:lnTo>
                  <a:lnTo>
                    <a:pt x="7401617" y="36832"/>
                  </a:lnTo>
                  <a:lnTo>
                    <a:pt x="7428226" y="69257"/>
                  </a:lnTo>
                  <a:lnTo>
                    <a:pt x="7444265" y="107978"/>
                  </a:lnTo>
                  <a:lnTo>
                    <a:pt x="7448377" y="135684"/>
                  </a:lnTo>
                  <a:lnTo>
                    <a:pt x="7448377" y="2321422"/>
                  </a:lnTo>
                  <a:lnTo>
                    <a:pt x="7440199" y="2362527"/>
                  </a:lnTo>
                  <a:lnTo>
                    <a:pt x="7420427" y="2399519"/>
                  </a:lnTo>
                  <a:lnTo>
                    <a:pt x="7390791" y="2429155"/>
                  </a:lnTo>
                  <a:lnTo>
                    <a:pt x="7353798" y="2448928"/>
                  </a:lnTo>
                  <a:lnTo>
                    <a:pt x="7312693" y="2457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76374" y="6257924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0" y="2314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19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8" y="6150"/>
                  </a:lnTo>
                  <a:lnTo>
                    <a:pt x="7385050" y="24077"/>
                  </a:lnTo>
                  <a:lnTo>
                    <a:pt x="7416119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314574"/>
                  </a:lnTo>
                  <a:lnTo>
                    <a:pt x="7442397" y="2356048"/>
                  </a:lnTo>
                  <a:lnTo>
                    <a:pt x="7424469" y="2393950"/>
                  </a:lnTo>
                  <a:lnTo>
                    <a:pt x="7396313" y="2425018"/>
                  </a:lnTo>
                  <a:lnTo>
                    <a:pt x="7360349" y="2446572"/>
                  </a:lnTo>
                  <a:lnTo>
                    <a:pt x="7319678" y="2456762"/>
                  </a:lnTo>
                  <a:lnTo>
                    <a:pt x="7305674" y="2457449"/>
                  </a:lnTo>
                  <a:lnTo>
                    <a:pt x="142874" y="2457449"/>
                  </a:lnTo>
                  <a:lnTo>
                    <a:pt x="101399" y="2451297"/>
                  </a:lnTo>
                  <a:lnTo>
                    <a:pt x="63497" y="2433369"/>
                  </a:lnTo>
                  <a:lnTo>
                    <a:pt x="32429" y="2405213"/>
                  </a:lnTo>
                  <a:lnTo>
                    <a:pt x="10875" y="2369249"/>
                  </a:lnTo>
                  <a:lnTo>
                    <a:pt x="686" y="2328579"/>
                  </a:lnTo>
                  <a:lnTo>
                    <a:pt x="0" y="2314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61045" y="6510020"/>
            <a:ext cx="6398260" cy="1111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Y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G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A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H</a:t>
            </a:r>
            <a:r>
              <a:rPr sz="1400" spc="-459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Y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sz="175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2-</a:t>
            </a:r>
            <a:r>
              <a:rPr sz="17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of-</a:t>
            </a:r>
            <a:r>
              <a:rPr sz="17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2</a:t>
            </a:r>
            <a:r>
              <a:rPr sz="1750" spc="-114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visual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cryptography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(XOR)ECDH</a:t>
            </a:r>
            <a:r>
              <a:rPr sz="17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key</a:t>
            </a:r>
            <a:r>
              <a:rPr sz="17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generationShare-</a:t>
            </a:r>
            <a:r>
              <a:rPr sz="17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level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integrity</a:t>
            </a:r>
            <a:r>
              <a:rPr sz="17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hashing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353549" y="6115050"/>
            <a:ext cx="7467600" cy="2476500"/>
            <a:chOff x="9353549" y="6248399"/>
            <a:chExt cx="7467600" cy="2476500"/>
          </a:xfrm>
        </p:grpSpPr>
        <p:sp>
          <p:nvSpPr>
            <p:cNvPr id="19" name="object 19"/>
            <p:cNvSpPr/>
            <p:nvPr/>
          </p:nvSpPr>
          <p:spPr>
            <a:xfrm>
              <a:off x="9363074" y="6258096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7312693" y="2457106"/>
                  </a:moveTo>
                  <a:lnTo>
                    <a:pt x="135855" y="2457106"/>
                  </a:lnTo>
                  <a:lnTo>
                    <a:pt x="121918" y="2455733"/>
                  </a:lnTo>
                  <a:lnTo>
                    <a:pt x="81778" y="2443556"/>
                  </a:lnTo>
                  <a:lnTo>
                    <a:pt x="46930" y="2420271"/>
                  </a:lnTo>
                  <a:lnTo>
                    <a:pt x="20321" y="2387847"/>
                  </a:lnTo>
                  <a:lnTo>
                    <a:pt x="4282" y="2349127"/>
                  </a:lnTo>
                  <a:lnTo>
                    <a:pt x="0" y="23144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19" y="57584"/>
                  </a:lnTo>
                  <a:lnTo>
                    <a:pt x="57756" y="27948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312693" y="0"/>
                  </a:lnTo>
                  <a:lnTo>
                    <a:pt x="7326628" y="1372"/>
                  </a:lnTo>
                  <a:lnTo>
                    <a:pt x="7366766" y="13547"/>
                  </a:lnTo>
                  <a:lnTo>
                    <a:pt x="7401615" y="36832"/>
                  </a:lnTo>
                  <a:lnTo>
                    <a:pt x="7428225" y="69257"/>
                  </a:lnTo>
                  <a:lnTo>
                    <a:pt x="7444264" y="107978"/>
                  </a:lnTo>
                  <a:lnTo>
                    <a:pt x="7448377" y="135684"/>
                  </a:lnTo>
                  <a:lnTo>
                    <a:pt x="7448377" y="2321422"/>
                  </a:lnTo>
                  <a:lnTo>
                    <a:pt x="7440199" y="2362527"/>
                  </a:lnTo>
                  <a:lnTo>
                    <a:pt x="7420426" y="2399519"/>
                  </a:lnTo>
                  <a:lnTo>
                    <a:pt x="7390790" y="2429155"/>
                  </a:lnTo>
                  <a:lnTo>
                    <a:pt x="7353797" y="2448928"/>
                  </a:lnTo>
                  <a:lnTo>
                    <a:pt x="7312693" y="2457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63074" y="6257924"/>
              <a:ext cx="7448550" cy="2457450"/>
            </a:xfrm>
            <a:custGeom>
              <a:avLst/>
              <a:gdLst/>
              <a:ahLst/>
              <a:cxnLst/>
              <a:rect l="l" t="t" r="r" b="b"/>
              <a:pathLst>
                <a:path w="7448550" h="2457450">
                  <a:moveTo>
                    <a:pt x="0" y="2314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19" y="57756"/>
                  </a:lnTo>
                  <a:lnTo>
                    <a:pt x="57756" y="28119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305674" y="0"/>
                  </a:lnTo>
                  <a:lnTo>
                    <a:pt x="7347147" y="6150"/>
                  </a:lnTo>
                  <a:lnTo>
                    <a:pt x="7385049" y="24077"/>
                  </a:lnTo>
                  <a:lnTo>
                    <a:pt x="7416117" y="52234"/>
                  </a:lnTo>
                  <a:lnTo>
                    <a:pt x="7437672" y="88198"/>
                  </a:lnTo>
                  <a:lnTo>
                    <a:pt x="7447862" y="128870"/>
                  </a:lnTo>
                  <a:lnTo>
                    <a:pt x="7448549" y="142874"/>
                  </a:lnTo>
                  <a:lnTo>
                    <a:pt x="7448549" y="2314574"/>
                  </a:lnTo>
                  <a:lnTo>
                    <a:pt x="7442396" y="2356048"/>
                  </a:lnTo>
                  <a:lnTo>
                    <a:pt x="7424468" y="2393950"/>
                  </a:lnTo>
                  <a:lnTo>
                    <a:pt x="7396312" y="2425018"/>
                  </a:lnTo>
                  <a:lnTo>
                    <a:pt x="7360347" y="2446572"/>
                  </a:lnTo>
                  <a:lnTo>
                    <a:pt x="7319677" y="2456762"/>
                  </a:lnTo>
                  <a:lnTo>
                    <a:pt x="7305674" y="2457449"/>
                  </a:lnTo>
                  <a:lnTo>
                    <a:pt x="142874" y="2457449"/>
                  </a:lnTo>
                  <a:lnTo>
                    <a:pt x="101399" y="2451297"/>
                  </a:lnTo>
                  <a:lnTo>
                    <a:pt x="63496" y="2433369"/>
                  </a:lnTo>
                  <a:lnTo>
                    <a:pt x="32429" y="2405213"/>
                  </a:lnTo>
                  <a:lnTo>
                    <a:pt x="10874" y="2369249"/>
                  </a:lnTo>
                  <a:lnTo>
                    <a:pt x="685" y="2328579"/>
                  </a:lnTo>
                  <a:lnTo>
                    <a:pt x="0" y="2314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743280" y="6510020"/>
            <a:ext cx="137858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R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E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A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L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-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T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I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3B340"/>
                </a:solidFill>
                <a:latin typeface="Courier New"/>
                <a:cs typeface="Courier New"/>
              </a:rPr>
              <a:t>M</a:t>
            </a:r>
            <a:r>
              <a:rPr sz="1400" spc="-459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E3B340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43282" y="6871459"/>
            <a:ext cx="5810885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95"/>
              </a:spcBef>
            </a:pP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Bidirectional</a:t>
            </a:r>
            <a:r>
              <a:rPr sz="1750" spc="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WebSocket</a:t>
            </a:r>
            <a:r>
              <a:rPr sz="17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eventsTyping</a:t>
            </a:r>
            <a:r>
              <a:rPr sz="1750" spc="-1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indicators</a:t>
            </a:r>
            <a:r>
              <a:rPr sz="17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8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7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read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receiptsLive</a:t>
            </a:r>
            <a:r>
              <a:rPr sz="17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8B949D"/>
                </a:solidFill>
                <a:latin typeface="Lucida Sans Unicode"/>
                <a:cs typeface="Lucida Sans Unicode"/>
              </a:rPr>
              <a:t>presence</a:t>
            </a:r>
            <a:r>
              <a:rPr sz="17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tracking</a:t>
            </a:r>
            <a:endParaRPr sz="1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21932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5</a:t>
            </a:r>
            <a:r>
              <a:rPr sz="1400" spc="120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P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G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S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Progress</a:t>
            </a:r>
            <a:r>
              <a:rPr spc="-630" dirty="0"/>
              <a:t> </a:t>
            </a:r>
            <a:r>
              <a:rPr spc="-365" dirty="0"/>
              <a:t>so</a:t>
            </a:r>
            <a:r>
              <a:rPr spc="-640" dirty="0"/>
              <a:t> </a:t>
            </a:r>
            <a:r>
              <a:rPr spc="25" dirty="0"/>
              <a:t>far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2247900"/>
            <a:ext cx="562419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Lucida Sans Unicode"/>
                <a:cs typeface="Lucida Sans Unicode"/>
              </a:rPr>
              <a:t>Every</a:t>
            </a:r>
            <a:r>
              <a:rPr sz="2350" spc="-4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FYP</a:t>
            </a:r>
            <a:r>
              <a:rPr sz="2350" spc="-16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Part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-640" dirty="0">
                <a:latin typeface="Lucida Sans Unicode"/>
                <a:cs typeface="Lucida Sans Unicode"/>
              </a:rPr>
              <a:t>1</a:t>
            </a:r>
            <a:r>
              <a:rPr sz="2350" spc="-10" dirty="0">
                <a:latin typeface="Lucida Sans Unicode"/>
                <a:cs typeface="Lucida Sans Unicode"/>
              </a:rPr>
              <a:t> </a:t>
            </a:r>
            <a:r>
              <a:rPr sz="2350" spc="-45" dirty="0">
                <a:latin typeface="Lucida Sans Unicode"/>
                <a:cs typeface="Lucida Sans Unicode"/>
              </a:rPr>
              <a:t>deliverable</a:t>
            </a:r>
            <a:r>
              <a:rPr sz="2350" spc="-114" dirty="0">
                <a:latin typeface="Lucida Sans Unicode"/>
                <a:cs typeface="Lucida Sans Unicode"/>
              </a:rPr>
              <a:t> </a:t>
            </a:r>
            <a:r>
              <a:rPr sz="2350" spc="-70" dirty="0">
                <a:latin typeface="Lucida Sans Unicode"/>
                <a:cs typeface="Lucida Sans Unicode"/>
              </a:rPr>
              <a:t>is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complete.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2982074"/>
            <a:ext cx="15354300" cy="952500"/>
            <a:chOff x="1466849" y="3809999"/>
            <a:chExt cx="15354300" cy="952500"/>
          </a:xfrm>
        </p:grpSpPr>
        <p:sp>
          <p:nvSpPr>
            <p:cNvPr id="7" name="object 7"/>
            <p:cNvSpPr/>
            <p:nvPr/>
          </p:nvSpPr>
          <p:spPr>
            <a:xfrm>
              <a:off x="1476374" y="3819696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15199392" y="933106"/>
                  </a:moveTo>
                  <a:lnTo>
                    <a:pt x="135855" y="933106"/>
                  </a:lnTo>
                  <a:lnTo>
                    <a:pt x="94749" y="924929"/>
                  </a:lnTo>
                  <a:lnTo>
                    <a:pt x="57756" y="905157"/>
                  </a:lnTo>
                  <a:lnTo>
                    <a:pt x="28121" y="875521"/>
                  </a:lnTo>
                  <a:lnTo>
                    <a:pt x="8348" y="838528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15199392" y="0"/>
                  </a:lnTo>
                  <a:lnTo>
                    <a:pt x="15240496" y="8176"/>
                  </a:lnTo>
                  <a:lnTo>
                    <a:pt x="15277489" y="27949"/>
                  </a:lnTo>
                  <a:lnTo>
                    <a:pt x="15307125" y="57585"/>
                  </a:lnTo>
                  <a:lnTo>
                    <a:pt x="15326898" y="94577"/>
                  </a:lnTo>
                  <a:lnTo>
                    <a:pt x="15335076" y="135684"/>
                  </a:lnTo>
                  <a:lnTo>
                    <a:pt x="15335076" y="797422"/>
                  </a:lnTo>
                  <a:lnTo>
                    <a:pt x="15326898" y="838528"/>
                  </a:lnTo>
                  <a:lnTo>
                    <a:pt x="15307125" y="875520"/>
                  </a:lnTo>
                  <a:lnTo>
                    <a:pt x="15277489" y="905157"/>
                  </a:lnTo>
                  <a:lnTo>
                    <a:pt x="15240496" y="924929"/>
                  </a:lnTo>
                  <a:lnTo>
                    <a:pt x="15199392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3819524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192373" y="0"/>
                  </a:lnTo>
                  <a:lnTo>
                    <a:pt x="15233846" y="6150"/>
                  </a:lnTo>
                  <a:lnTo>
                    <a:pt x="15271749" y="24078"/>
                  </a:lnTo>
                  <a:lnTo>
                    <a:pt x="15302817" y="52234"/>
                  </a:lnTo>
                  <a:lnTo>
                    <a:pt x="15324371" y="88198"/>
                  </a:lnTo>
                  <a:lnTo>
                    <a:pt x="15334561" y="128870"/>
                  </a:lnTo>
                  <a:lnTo>
                    <a:pt x="15335248" y="142874"/>
                  </a:lnTo>
                  <a:lnTo>
                    <a:pt x="15335248" y="790574"/>
                  </a:lnTo>
                  <a:lnTo>
                    <a:pt x="15329096" y="832049"/>
                  </a:lnTo>
                  <a:lnTo>
                    <a:pt x="15311167" y="869951"/>
                  </a:lnTo>
                  <a:lnTo>
                    <a:pt x="15283011" y="901019"/>
                  </a:lnTo>
                  <a:lnTo>
                    <a:pt x="15247047" y="922573"/>
                  </a:lnTo>
                  <a:lnTo>
                    <a:pt x="15206377" y="932763"/>
                  </a:lnTo>
                  <a:lnTo>
                    <a:pt x="15192373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70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30387" y="3223502"/>
            <a:ext cx="323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80" dirty="0">
                <a:solidFill>
                  <a:srgbClr val="3FB94F"/>
                </a:solidFill>
                <a:latin typeface="Segoe UI Symbol"/>
                <a:cs typeface="Segoe UI Symbol"/>
              </a:rPr>
              <a:t>✓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39987" y="3142876"/>
            <a:ext cx="5117465" cy="6559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b="1" spc="-60" dirty="0">
                <a:solidFill>
                  <a:srgbClr val="E6ECF2"/>
                </a:solidFill>
                <a:latin typeface="Arial"/>
                <a:cs typeface="Arial"/>
              </a:rPr>
              <a:t>Visual</a:t>
            </a:r>
            <a:r>
              <a:rPr sz="2150" b="1" spc="14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E6ECF2"/>
                </a:solidFill>
                <a:latin typeface="Arial"/>
                <a:cs typeface="Arial"/>
              </a:rPr>
              <a:t>cryptography</a:t>
            </a:r>
            <a:r>
              <a:rPr sz="2150" b="1" spc="5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E6ECF2"/>
                </a:solidFill>
                <a:latin typeface="Arial"/>
                <a:cs typeface="Arial"/>
              </a:rPr>
              <a:t>sharing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65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XOR</a:t>
            </a:r>
            <a:r>
              <a:rPr sz="1650" spc="-1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2-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of-2</a:t>
            </a:r>
            <a:r>
              <a:rPr sz="1650" spc="-114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shares</a:t>
            </a:r>
            <a:r>
              <a:rPr sz="165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local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Canvas</a:t>
            </a:r>
            <a:r>
              <a:rPr sz="16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reconstruction.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36229" y="3325038"/>
            <a:ext cx="1145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M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L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66849" y="4125074"/>
            <a:ext cx="15354300" cy="952500"/>
            <a:chOff x="1466849" y="4952999"/>
            <a:chExt cx="15354300" cy="952500"/>
          </a:xfrm>
        </p:grpSpPr>
        <p:sp>
          <p:nvSpPr>
            <p:cNvPr id="13" name="object 13"/>
            <p:cNvSpPr/>
            <p:nvPr/>
          </p:nvSpPr>
          <p:spPr>
            <a:xfrm>
              <a:off x="1476374" y="4962696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15199392" y="933106"/>
                  </a:moveTo>
                  <a:lnTo>
                    <a:pt x="135855" y="933106"/>
                  </a:lnTo>
                  <a:lnTo>
                    <a:pt x="94749" y="924929"/>
                  </a:lnTo>
                  <a:lnTo>
                    <a:pt x="57756" y="905156"/>
                  </a:lnTo>
                  <a:lnTo>
                    <a:pt x="28121" y="875520"/>
                  </a:lnTo>
                  <a:lnTo>
                    <a:pt x="8348" y="838527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3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15199392" y="0"/>
                  </a:lnTo>
                  <a:lnTo>
                    <a:pt x="15213328" y="1372"/>
                  </a:lnTo>
                  <a:lnTo>
                    <a:pt x="15253466" y="13547"/>
                  </a:lnTo>
                  <a:lnTo>
                    <a:pt x="15288315" y="36832"/>
                  </a:lnTo>
                  <a:lnTo>
                    <a:pt x="15314924" y="69256"/>
                  </a:lnTo>
                  <a:lnTo>
                    <a:pt x="15330964" y="107978"/>
                  </a:lnTo>
                  <a:lnTo>
                    <a:pt x="15335076" y="135683"/>
                  </a:lnTo>
                  <a:lnTo>
                    <a:pt x="15335076" y="797422"/>
                  </a:lnTo>
                  <a:lnTo>
                    <a:pt x="15326898" y="838527"/>
                  </a:lnTo>
                  <a:lnTo>
                    <a:pt x="15307125" y="875520"/>
                  </a:lnTo>
                  <a:lnTo>
                    <a:pt x="15277489" y="905156"/>
                  </a:lnTo>
                  <a:lnTo>
                    <a:pt x="15240496" y="924929"/>
                  </a:lnTo>
                  <a:lnTo>
                    <a:pt x="15199392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76374" y="4962524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5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192373" y="0"/>
                  </a:lnTo>
                  <a:lnTo>
                    <a:pt x="15233846" y="6150"/>
                  </a:lnTo>
                  <a:lnTo>
                    <a:pt x="15271749" y="24078"/>
                  </a:lnTo>
                  <a:lnTo>
                    <a:pt x="15302817" y="52233"/>
                  </a:lnTo>
                  <a:lnTo>
                    <a:pt x="15324371" y="88198"/>
                  </a:lnTo>
                  <a:lnTo>
                    <a:pt x="15334561" y="128870"/>
                  </a:lnTo>
                  <a:lnTo>
                    <a:pt x="15335248" y="142874"/>
                  </a:lnTo>
                  <a:lnTo>
                    <a:pt x="15335248" y="790574"/>
                  </a:lnTo>
                  <a:lnTo>
                    <a:pt x="15329096" y="832049"/>
                  </a:lnTo>
                  <a:lnTo>
                    <a:pt x="15311167" y="869950"/>
                  </a:lnTo>
                  <a:lnTo>
                    <a:pt x="15283011" y="901019"/>
                  </a:lnTo>
                  <a:lnTo>
                    <a:pt x="15247047" y="922573"/>
                  </a:lnTo>
                  <a:lnTo>
                    <a:pt x="15206377" y="932763"/>
                  </a:lnTo>
                  <a:lnTo>
                    <a:pt x="15192373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70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8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30387" y="4366501"/>
            <a:ext cx="323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80" dirty="0">
                <a:solidFill>
                  <a:srgbClr val="3FB94F"/>
                </a:solidFill>
                <a:latin typeface="Segoe UI Symbol"/>
                <a:cs typeface="Segoe UI Symbol"/>
              </a:rPr>
              <a:t>✓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39987" y="4285875"/>
            <a:ext cx="5494020" cy="6559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b="1" spc="-30" dirty="0">
                <a:solidFill>
                  <a:srgbClr val="E6ECF2"/>
                </a:solidFill>
                <a:latin typeface="Arial"/>
                <a:cs typeface="Arial"/>
              </a:rPr>
              <a:t>Real-</a:t>
            </a:r>
            <a:r>
              <a:rPr sz="2150" b="1" dirty="0">
                <a:solidFill>
                  <a:srgbClr val="E6ECF2"/>
                </a:solidFill>
                <a:latin typeface="Arial"/>
                <a:cs typeface="Arial"/>
              </a:rPr>
              <a:t>time</a:t>
            </a:r>
            <a:r>
              <a:rPr sz="2150" b="1" spc="6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E6ECF2"/>
                </a:solidFill>
                <a:latin typeface="Arial"/>
                <a:cs typeface="Arial"/>
              </a:rPr>
              <a:t>messaging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WebSocket</a:t>
            </a:r>
            <a:r>
              <a:rPr sz="1650" spc="-1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delivery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with</a:t>
            </a:r>
            <a:r>
              <a:rPr sz="16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typing,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receipts</a:t>
            </a:r>
            <a:r>
              <a:rPr sz="16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presence.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36229" y="4468038"/>
            <a:ext cx="1145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M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L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66849" y="5268074"/>
            <a:ext cx="15354300" cy="952500"/>
            <a:chOff x="1466849" y="6095999"/>
            <a:chExt cx="15354300" cy="952500"/>
          </a:xfrm>
        </p:grpSpPr>
        <p:sp>
          <p:nvSpPr>
            <p:cNvPr id="19" name="object 19"/>
            <p:cNvSpPr/>
            <p:nvPr/>
          </p:nvSpPr>
          <p:spPr>
            <a:xfrm>
              <a:off x="1476374" y="6105696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15199392" y="933106"/>
                  </a:moveTo>
                  <a:lnTo>
                    <a:pt x="135855" y="933106"/>
                  </a:lnTo>
                  <a:lnTo>
                    <a:pt x="94749" y="924929"/>
                  </a:lnTo>
                  <a:lnTo>
                    <a:pt x="57756" y="905157"/>
                  </a:lnTo>
                  <a:lnTo>
                    <a:pt x="28121" y="875520"/>
                  </a:lnTo>
                  <a:lnTo>
                    <a:pt x="8348" y="838527"/>
                  </a:lnTo>
                  <a:lnTo>
                    <a:pt x="171" y="797422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15199392" y="0"/>
                  </a:lnTo>
                  <a:lnTo>
                    <a:pt x="15213328" y="1372"/>
                  </a:lnTo>
                  <a:lnTo>
                    <a:pt x="15253466" y="13547"/>
                  </a:lnTo>
                  <a:lnTo>
                    <a:pt x="15288315" y="36832"/>
                  </a:lnTo>
                  <a:lnTo>
                    <a:pt x="15314924" y="69256"/>
                  </a:lnTo>
                  <a:lnTo>
                    <a:pt x="15330964" y="107978"/>
                  </a:lnTo>
                  <a:lnTo>
                    <a:pt x="15335076" y="135684"/>
                  </a:lnTo>
                  <a:lnTo>
                    <a:pt x="15335076" y="797422"/>
                  </a:lnTo>
                  <a:lnTo>
                    <a:pt x="15326898" y="838527"/>
                  </a:lnTo>
                  <a:lnTo>
                    <a:pt x="15307125" y="875520"/>
                  </a:lnTo>
                  <a:lnTo>
                    <a:pt x="15277489" y="905156"/>
                  </a:lnTo>
                  <a:lnTo>
                    <a:pt x="15240496" y="924929"/>
                  </a:lnTo>
                  <a:lnTo>
                    <a:pt x="15199392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76374" y="6105524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192373" y="0"/>
                  </a:lnTo>
                  <a:lnTo>
                    <a:pt x="15233846" y="6150"/>
                  </a:lnTo>
                  <a:lnTo>
                    <a:pt x="15271749" y="24078"/>
                  </a:lnTo>
                  <a:lnTo>
                    <a:pt x="15302817" y="52234"/>
                  </a:lnTo>
                  <a:lnTo>
                    <a:pt x="15324371" y="88198"/>
                  </a:lnTo>
                  <a:lnTo>
                    <a:pt x="15334561" y="128870"/>
                  </a:lnTo>
                  <a:lnTo>
                    <a:pt x="15335248" y="142874"/>
                  </a:lnTo>
                  <a:lnTo>
                    <a:pt x="15335248" y="790574"/>
                  </a:lnTo>
                  <a:lnTo>
                    <a:pt x="15329096" y="832048"/>
                  </a:lnTo>
                  <a:lnTo>
                    <a:pt x="15311167" y="869950"/>
                  </a:lnTo>
                  <a:lnTo>
                    <a:pt x="15283011" y="901019"/>
                  </a:lnTo>
                  <a:lnTo>
                    <a:pt x="15247047" y="922573"/>
                  </a:lnTo>
                  <a:lnTo>
                    <a:pt x="15206377" y="932763"/>
                  </a:lnTo>
                  <a:lnTo>
                    <a:pt x="15192373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71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30387" y="5509501"/>
            <a:ext cx="323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80" dirty="0">
                <a:solidFill>
                  <a:srgbClr val="3FB94F"/>
                </a:solidFill>
                <a:latin typeface="Segoe UI Symbol"/>
                <a:cs typeface="Segoe UI Symbol"/>
              </a:rPr>
              <a:t>✓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39987" y="5428875"/>
            <a:ext cx="5340350" cy="6559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b="1" dirty="0">
                <a:solidFill>
                  <a:srgbClr val="E6ECF2"/>
                </a:solidFill>
                <a:latin typeface="Arial"/>
                <a:cs typeface="Arial"/>
              </a:rPr>
              <a:t>Security</a:t>
            </a:r>
            <a:r>
              <a:rPr sz="2150" b="1" spc="7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E6ECF2"/>
                </a:solidFill>
                <a:latin typeface="Arial"/>
                <a:cs typeface="Arial"/>
              </a:rPr>
              <a:t>hardening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DOMPurify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 XSS</a:t>
            </a:r>
            <a:r>
              <a:rPr sz="16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defense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scrypt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password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hashing.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36229" y="5611038"/>
            <a:ext cx="1145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M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L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66849" y="6411074"/>
            <a:ext cx="15354300" cy="952500"/>
            <a:chOff x="1466849" y="7238999"/>
            <a:chExt cx="15354300" cy="952500"/>
          </a:xfrm>
        </p:grpSpPr>
        <p:sp>
          <p:nvSpPr>
            <p:cNvPr id="25" name="object 25"/>
            <p:cNvSpPr/>
            <p:nvPr/>
          </p:nvSpPr>
          <p:spPr>
            <a:xfrm>
              <a:off x="1476374" y="7248695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15199392" y="933106"/>
                  </a:moveTo>
                  <a:lnTo>
                    <a:pt x="135855" y="933106"/>
                  </a:lnTo>
                  <a:lnTo>
                    <a:pt x="121919" y="931733"/>
                  </a:lnTo>
                  <a:lnTo>
                    <a:pt x="81779" y="919557"/>
                  </a:lnTo>
                  <a:lnTo>
                    <a:pt x="46931" y="896272"/>
                  </a:lnTo>
                  <a:lnTo>
                    <a:pt x="20321" y="863848"/>
                  </a:lnTo>
                  <a:lnTo>
                    <a:pt x="4282" y="825127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15199392" y="0"/>
                  </a:lnTo>
                  <a:lnTo>
                    <a:pt x="15240496" y="8175"/>
                  </a:lnTo>
                  <a:lnTo>
                    <a:pt x="15277489" y="27948"/>
                  </a:lnTo>
                  <a:lnTo>
                    <a:pt x="15307125" y="57585"/>
                  </a:lnTo>
                  <a:lnTo>
                    <a:pt x="15326898" y="94577"/>
                  </a:lnTo>
                  <a:lnTo>
                    <a:pt x="15335076" y="135684"/>
                  </a:lnTo>
                  <a:lnTo>
                    <a:pt x="15335076" y="797422"/>
                  </a:lnTo>
                  <a:lnTo>
                    <a:pt x="15326898" y="838528"/>
                  </a:lnTo>
                  <a:lnTo>
                    <a:pt x="15307125" y="875520"/>
                  </a:lnTo>
                  <a:lnTo>
                    <a:pt x="15277489" y="905156"/>
                  </a:lnTo>
                  <a:lnTo>
                    <a:pt x="15240496" y="924929"/>
                  </a:lnTo>
                  <a:lnTo>
                    <a:pt x="15199392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76374" y="7248524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192373" y="0"/>
                  </a:lnTo>
                  <a:lnTo>
                    <a:pt x="15233846" y="6149"/>
                  </a:lnTo>
                  <a:lnTo>
                    <a:pt x="15271749" y="24077"/>
                  </a:lnTo>
                  <a:lnTo>
                    <a:pt x="15302817" y="52234"/>
                  </a:lnTo>
                  <a:lnTo>
                    <a:pt x="15324371" y="88198"/>
                  </a:lnTo>
                  <a:lnTo>
                    <a:pt x="15334561" y="128870"/>
                  </a:lnTo>
                  <a:lnTo>
                    <a:pt x="15335248" y="142874"/>
                  </a:lnTo>
                  <a:lnTo>
                    <a:pt x="15335248" y="790574"/>
                  </a:lnTo>
                  <a:lnTo>
                    <a:pt x="15329096" y="832049"/>
                  </a:lnTo>
                  <a:lnTo>
                    <a:pt x="15311167" y="869950"/>
                  </a:lnTo>
                  <a:lnTo>
                    <a:pt x="15283011" y="901019"/>
                  </a:lnTo>
                  <a:lnTo>
                    <a:pt x="15247047" y="922573"/>
                  </a:lnTo>
                  <a:lnTo>
                    <a:pt x="15206377" y="932763"/>
                  </a:lnTo>
                  <a:lnTo>
                    <a:pt x="15192373" y="933449"/>
                  </a:lnTo>
                  <a:lnTo>
                    <a:pt x="142874" y="933449"/>
                  </a:lnTo>
                  <a:lnTo>
                    <a:pt x="101399" y="927298"/>
                  </a:lnTo>
                  <a:lnTo>
                    <a:pt x="63497" y="909369"/>
                  </a:lnTo>
                  <a:lnTo>
                    <a:pt x="32429" y="881214"/>
                  </a:lnTo>
                  <a:lnTo>
                    <a:pt x="10875" y="845250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30387" y="6652501"/>
            <a:ext cx="323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80" dirty="0">
                <a:solidFill>
                  <a:srgbClr val="3FB94F"/>
                </a:solidFill>
                <a:latin typeface="Segoe UI Symbol"/>
                <a:cs typeface="Segoe UI Symbol"/>
              </a:rPr>
              <a:t>✓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39987" y="6571875"/>
            <a:ext cx="4591050" cy="6559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b="1" spc="-215" dirty="0">
                <a:solidFill>
                  <a:srgbClr val="E6ECF2"/>
                </a:solidFill>
                <a:latin typeface="Arial"/>
                <a:cs typeface="Arial"/>
              </a:rPr>
              <a:t>ECDH</a:t>
            </a:r>
            <a:r>
              <a:rPr sz="2150" b="1" spc="-1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spc="55" dirty="0">
                <a:solidFill>
                  <a:srgbClr val="E6ECF2"/>
                </a:solidFill>
                <a:latin typeface="Arial"/>
                <a:cs typeface="Arial"/>
              </a:rPr>
              <a:t>key-</a:t>
            </a:r>
            <a:r>
              <a:rPr sz="2150" b="1" dirty="0">
                <a:solidFill>
                  <a:srgbClr val="E6ECF2"/>
                </a:solidFill>
                <a:latin typeface="Arial"/>
                <a:cs typeface="Arial"/>
              </a:rPr>
              <a:t>generation </a:t>
            </a:r>
            <a:r>
              <a:rPr sz="2150" b="1" spc="-25" dirty="0">
                <a:solidFill>
                  <a:srgbClr val="E6ECF2"/>
                </a:solidFill>
                <a:latin typeface="Arial"/>
                <a:cs typeface="Arial"/>
              </a:rPr>
              <a:t>UI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WebCrypto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public</a:t>
            </a:r>
            <a:r>
              <a:rPr sz="165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15" dirty="0">
                <a:solidFill>
                  <a:srgbClr val="8B949D"/>
                </a:solidFill>
                <a:latin typeface="Lucida Sans Unicode"/>
                <a:cs typeface="Lucida Sans Unicode"/>
              </a:rPr>
              <a:t>/</a:t>
            </a:r>
            <a:r>
              <a:rPr sz="165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private</a:t>
            </a:r>
            <a:r>
              <a:rPr sz="16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key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demonstration.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236229" y="6754037"/>
            <a:ext cx="1145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M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L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66849" y="7554074"/>
            <a:ext cx="15354300" cy="952500"/>
            <a:chOff x="1466849" y="8381999"/>
            <a:chExt cx="15354300" cy="952500"/>
          </a:xfrm>
        </p:grpSpPr>
        <p:sp>
          <p:nvSpPr>
            <p:cNvPr id="31" name="object 31"/>
            <p:cNvSpPr/>
            <p:nvPr/>
          </p:nvSpPr>
          <p:spPr>
            <a:xfrm>
              <a:off x="1476374" y="8391695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15199392" y="933106"/>
                  </a:moveTo>
                  <a:lnTo>
                    <a:pt x="135855" y="933106"/>
                  </a:lnTo>
                  <a:lnTo>
                    <a:pt x="121919" y="931733"/>
                  </a:lnTo>
                  <a:lnTo>
                    <a:pt x="81779" y="919556"/>
                  </a:lnTo>
                  <a:lnTo>
                    <a:pt x="46931" y="896272"/>
                  </a:lnTo>
                  <a:lnTo>
                    <a:pt x="20321" y="863847"/>
                  </a:lnTo>
                  <a:lnTo>
                    <a:pt x="4282" y="825127"/>
                  </a:lnTo>
                  <a:lnTo>
                    <a:pt x="0" y="7904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15199392" y="0"/>
                  </a:lnTo>
                  <a:lnTo>
                    <a:pt x="15213328" y="1372"/>
                  </a:lnTo>
                  <a:lnTo>
                    <a:pt x="15253466" y="13547"/>
                  </a:lnTo>
                  <a:lnTo>
                    <a:pt x="15288315" y="36832"/>
                  </a:lnTo>
                  <a:lnTo>
                    <a:pt x="15314924" y="69256"/>
                  </a:lnTo>
                  <a:lnTo>
                    <a:pt x="15330964" y="107978"/>
                  </a:lnTo>
                  <a:lnTo>
                    <a:pt x="15335076" y="135684"/>
                  </a:lnTo>
                  <a:lnTo>
                    <a:pt x="15335076" y="797422"/>
                  </a:lnTo>
                  <a:lnTo>
                    <a:pt x="15326898" y="838527"/>
                  </a:lnTo>
                  <a:lnTo>
                    <a:pt x="15307125" y="875520"/>
                  </a:lnTo>
                  <a:lnTo>
                    <a:pt x="15277489" y="905156"/>
                  </a:lnTo>
                  <a:lnTo>
                    <a:pt x="15240496" y="924928"/>
                  </a:lnTo>
                  <a:lnTo>
                    <a:pt x="15199392" y="9331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76374" y="8391524"/>
              <a:ext cx="15335250" cy="933450"/>
            </a:xfrm>
            <a:custGeom>
              <a:avLst/>
              <a:gdLst/>
              <a:ahLst/>
              <a:cxnLst/>
              <a:rect l="l" t="t" r="r" b="b"/>
              <a:pathLst>
                <a:path w="15335250" h="933450">
                  <a:moveTo>
                    <a:pt x="0" y="7905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19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5192373" y="0"/>
                  </a:lnTo>
                  <a:lnTo>
                    <a:pt x="15233846" y="6150"/>
                  </a:lnTo>
                  <a:lnTo>
                    <a:pt x="15271749" y="24077"/>
                  </a:lnTo>
                  <a:lnTo>
                    <a:pt x="15302817" y="52233"/>
                  </a:lnTo>
                  <a:lnTo>
                    <a:pt x="15324371" y="88198"/>
                  </a:lnTo>
                  <a:lnTo>
                    <a:pt x="15334561" y="128870"/>
                  </a:lnTo>
                  <a:lnTo>
                    <a:pt x="15335248" y="142874"/>
                  </a:lnTo>
                  <a:lnTo>
                    <a:pt x="15335248" y="790574"/>
                  </a:lnTo>
                  <a:lnTo>
                    <a:pt x="15329096" y="832049"/>
                  </a:lnTo>
                  <a:lnTo>
                    <a:pt x="15311167" y="869951"/>
                  </a:lnTo>
                  <a:lnTo>
                    <a:pt x="15283011" y="901019"/>
                  </a:lnTo>
                  <a:lnTo>
                    <a:pt x="15247047" y="922572"/>
                  </a:lnTo>
                  <a:lnTo>
                    <a:pt x="15206377" y="932763"/>
                  </a:lnTo>
                  <a:lnTo>
                    <a:pt x="15192373" y="933449"/>
                  </a:lnTo>
                  <a:lnTo>
                    <a:pt x="142874" y="933449"/>
                  </a:lnTo>
                  <a:lnTo>
                    <a:pt x="101399" y="927297"/>
                  </a:lnTo>
                  <a:lnTo>
                    <a:pt x="63497" y="909369"/>
                  </a:lnTo>
                  <a:lnTo>
                    <a:pt x="32429" y="881214"/>
                  </a:lnTo>
                  <a:lnTo>
                    <a:pt x="10875" y="845249"/>
                  </a:lnTo>
                  <a:lnTo>
                    <a:pt x="686" y="804579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30387" y="7795501"/>
            <a:ext cx="323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80" dirty="0">
                <a:solidFill>
                  <a:srgbClr val="3FB94F"/>
                </a:solidFill>
                <a:latin typeface="Segoe UI Symbol"/>
                <a:cs typeface="Segoe UI Symbol"/>
              </a:rPr>
              <a:t>✓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39987" y="7714875"/>
            <a:ext cx="4306570" cy="6559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b="1" spc="-55" dirty="0">
                <a:solidFill>
                  <a:srgbClr val="E6ECF2"/>
                </a:solidFill>
                <a:latin typeface="Arial"/>
                <a:cs typeface="Arial"/>
              </a:rPr>
              <a:t>Progressive</a:t>
            </a:r>
            <a:r>
              <a:rPr sz="2150" b="1" spc="-65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spc="-45" dirty="0">
                <a:solidFill>
                  <a:srgbClr val="E6ECF2"/>
                </a:solidFill>
                <a:latin typeface="Arial"/>
                <a:cs typeface="Arial"/>
              </a:rPr>
              <a:t>Web</a:t>
            </a:r>
            <a:r>
              <a:rPr sz="2150" b="1" spc="-70" dirty="0">
                <a:solidFill>
                  <a:srgbClr val="E6ECF2"/>
                </a:solidFill>
                <a:latin typeface="Arial"/>
                <a:cs typeface="Arial"/>
              </a:rPr>
              <a:t> </a:t>
            </a:r>
            <a:r>
              <a:rPr sz="2150" b="1" spc="-25" dirty="0">
                <a:solidFill>
                  <a:srgbClr val="E6ECF2"/>
                </a:solidFill>
                <a:latin typeface="Arial"/>
                <a:cs typeface="Arial"/>
              </a:rPr>
              <a:t>App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Installable,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offline-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capable,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glassmorphic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UI.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236229" y="7897037"/>
            <a:ext cx="1145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M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L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4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3608704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6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P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J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T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E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Project</a:t>
            </a:r>
            <a:r>
              <a:rPr spc="-509" dirty="0"/>
              <a:t> </a:t>
            </a:r>
            <a:r>
              <a:rPr spc="-160" dirty="0"/>
              <a:t>timeline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2543098"/>
            <a:ext cx="665162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14" dirty="0">
                <a:latin typeface="Lucida Sans Unicode"/>
                <a:cs typeface="Lucida Sans Unicode"/>
              </a:rPr>
              <a:t>From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65" dirty="0">
                <a:latin typeface="Lucida Sans Unicode"/>
                <a:cs typeface="Lucida Sans Unicode"/>
              </a:rPr>
              <a:t>a</a:t>
            </a:r>
            <a:r>
              <a:rPr sz="2350" spc="-175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completed</a:t>
            </a:r>
            <a:r>
              <a:rPr sz="2350" spc="-3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Part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640" dirty="0">
                <a:latin typeface="Lucida Sans Unicode"/>
                <a:cs typeface="Lucida Sans Unicode"/>
              </a:rPr>
              <a:t>1</a:t>
            </a:r>
            <a:r>
              <a:rPr sz="2350" spc="1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to</a:t>
            </a:r>
            <a:r>
              <a:rPr sz="2350" spc="-9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the</a:t>
            </a:r>
            <a:r>
              <a:rPr sz="2350" spc="-9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Part</a:t>
            </a:r>
            <a:r>
              <a:rPr sz="2350" spc="-95" dirty="0">
                <a:latin typeface="Lucida Sans Unicode"/>
                <a:cs typeface="Lucida Sans Unicode"/>
              </a:rPr>
              <a:t> </a:t>
            </a:r>
            <a:r>
              <a:rPr sz="2350" spc="-110" dirty="0">
                <a:latin typeface="Lucida Sans Unicode"/>
                <a:cs typeface="Lucida Sans Unicode"/>
              </a:rPr>
              <a:t>2</a:t>
            </a:r>
            <a:r>
              <a:rPr sz="2350" spc="-114" dirty="0">
                <a:latin typeface="Lucida Sans Unicode"/>
                <a:cs typeface="Lucida Sans Unicode"/>
              </a:rPr>
              <a:t> </a:t>
            </a:r>
            <a:r>
              <a:rPr sz="2350" spc="-35" dirty="0">
                <a:latin typeface="Lucida Sans Unicode"/>
                <a:cs typeface="Lucida Sans Unicode"/>
              </a:rPr>
              <a:t>roadmap.</a:t>
            </a:r>
            <a:endParaRPr sz="2350" dirty="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3390900"/>
            <a:ext cx="15354298" cy="24383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68487" y="3740151"/>
            <a:ext cx="35001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F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Y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500" spc="-9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50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A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R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500" spc="-9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1</a:t>
            </a:r>
            <a:r>
              <a:rPr sz="1500" spc="-90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—</a:t>
            </a:r>
            <a:r>
              <a:rPr sz="1500" spc="-95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C</a:t>
            </a:r>
            <a:r>
              <a:rPr sz="1500" spc="-54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O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M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L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T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500" spc="-54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3FB94F"/>
                </a:solidFill>
                <a:latin typeface="Courier New"/>
                <a:cs typeface="Courier New"/>
              </a:rPr>
              <a:t>D</a:t>
            </a:r>
            <a:endParaRPr sz="15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9138" y="4672888"/>
            <a:ext cx="93027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Research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4700" y="4672888"/>
            <a:ext cx="6858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Design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8082" y="4672888"/>
            <a:ext cx="10052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Core</a:t>
            </a:r>
            <a:r>
              <a:rPr sz="165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E6ECF2"/>
                </a:solidFill>
                <a:latin typeface="Lucida Sans Unicode"/>
                <a:cs typeface="Lucida Sans Unicode"/>
              </a:rPr>
              <a:t>build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72973" y="4672888"/>
            <a:ext cx="10217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Hardening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06412" y="4672888"/>
            <a:ext cx="45465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PWA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6849" y="6210300"/>
            <a:ext cx="15354298" cy="24383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68487" y="6559551"/>
            <a:ext cx="31800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F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Y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500" spc="-9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500" spc="-54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A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R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T</a:t>
            </a:r>
            <a:r>
              <a:rPr sz="1500" spc="-9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2</a:t>
            </a:r>
            <a:r>
              <a:rPr sz="1500" spc="-90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—</a:t>
            </a:r>
            <a:r>
              <a:rPr sz="1500" spc="-95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500" spc="-54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L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A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N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N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C8BFF"/>
                </a:solidFill>
                <a:latin typeface="Courier New"/>
                <a:cs typeface="Courier New"/>
              </a:rPr>
              <a:t>E</a:t>
            </a:r>
            <a:r>
              <a:rPr sz="1500" spc="-54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BC8BFF"/>
                </a:solidFill>
                <a:latin typeface="Courier New"/>
                <a:cs typeface="Courier New"/>
              </a:rPr>
              <a:t>D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2299" y="7492288"/>
            <a:ext cx="17894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ML</a:t>
            </a:r>
            <a:r>
              <a:rPr sz="1650" spc="-1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tamper</a:t>
            </a:r>
            <a:r>
              <a:rPr sz="1650" spc="-9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detect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92439" y="7492288"/>
            <a:ext cx="16154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75" dirty="0">
                <a:solidFill>
                  <a:srgbClr val="E6ECF2"/>
                </a:solidFill>
                <a:latin typeface="Lucida Sans Unicode"/>
                <a:cs typeface="Lucida Sans Unicode"/>
              </a:rPr>
              <a:t>AI</a:t>
            </a:r>
            <a:r>
              <a:rPr sz="1650" spc="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enhancement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46430" y="7492288"/>
            <a:ext cx="7943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E6ECF2"/>
                </a:solidFill>
                <a:latin typeface="Lucida Sans Unicode"/>
                <a:cs typeface="Lucida Sans Unicode"/>
              </a:rPr>
              <a:t>P2P</a:t>
            </a:r>
            <a:r>
              <a:rPr sz="1650" spc="-1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E2E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67020" y="7492288"/>
            <a:ext cx="10337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30" dirty="0">
                <a:solidFill>
                  <a:srgbClr val="E6ECF2"/>
                </a:solidFill>
                <a:latin typeface="Lucida Sans Unicode"/>
                <a:cs typeface="Lucida Sans Unicode"/>
              </a:rPr>
              <a:t>Evaluation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637046" y="7492288"/>
            <a:ext cx="78549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Release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56667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7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G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S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689240"/>
            <a:ext cx="16459200" cy="11599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75" dirty="0">
                <a:solidFill>
                  <a:schemeClr val="tx1"/>
                </a:solidFill>
              </a:rPr>
              <a:t>C</a:t>
            </a:r>
            <a:r>
              <a:rPr spc="-315" dirty="0">
                <a:solidFill>
                  <a:schemeClr val="tx1"/>
                </a:solidFill>
              </a:rPr>
              <a:t>h</a:t>
            </a:r>
            <a:r>
              <a:rPr spc="-635" dirty="0">
                <a:solidFill>
                  <a:schemeClr val="tx1"/>
                </a:solidFill>
              </a:rPr>
              <a:t>a</a:t>
            </a:r>
            <a:r>
              <a:rPr spc="-25" dirty="0">
                <a:solidFill>
                  <a:schemeClr val="tx1"/>
                </a:solidFill>
              </a:rPr>
              <a:t>ll</a:t>
            </a:r>
            <a:r>
              <a:rPr spc="-484" dirty="0">
                <a:solidFill>
                  <a:schemeClr val="tx1"/>
                </a:solidFill>
              </a:rPr>
              <a:t>e</a:t>
            </a:r>
            <a:r>
              <a:rPr spc="-315" dirty="0">
                <a:solidFill>
                  <a:schemeClr val="tx1"/>
                </a:solidFill>
              </a:rPr>
              <a:t>ng</a:t>
            </a:r>
            <a:r>
              <a:rPr spc="-484" dirty="0">
                <a:solidFill>
                  <a:schemeClr val="tx1"/>
                </a:solidFill>
              </a:rPr>
              <a:t>e</a:t>
            </a:r>
            <a:r>
              <a:rPr spc="-254" dirty="0">
                <a:solidFill>
                  <a:schemeClr val="tx1"/>
                </a:solidFill>
              </a:rPr>
              <a:t>s</a:t>
            </a:r>
            <a:r>
              <a:rPr spc="-625" dirty="0">
                <a:solidFill>
                  <a:schemeClr val="tx1"/>
                </a:solidFill>
              </a:rPr>
              <a:t> </a:t>
            </a:r>
            <a:r>
              <a:rPr spc="-860" dirty="0">
                <a:solidFill>
                  <a:schemeClr val="tx1"/>
                </a:solidFill>
              </a:rPr>
              <a:t>&amp;</a:t>
            </a:r>
            <a:r>
              <a:rPr spc="-900" dirty="0">
                <a:solidFill>
                  <a:schemeClr val="tx1"/>
                </a:solidFill>
              </a:rPr>
              <a:t> </a:t>
            </a:r>
            <a:r>
              <a:rPr spc="-254" dirty="0">
                <a:solidFill>
                  <a:schemeClr val="tx1"/>
                </a:solidFill>
              </a:rPr>
              <a:t>m</a:t>
            </a:r>
            <a:r>
              <a:rPr spc="65" dirty="0">
                <a:solidFill>
                  <a:schemeClr val="tx1"/>
                </a:solidFill>
              </a:rPr>
              <a:t>i</a:t>
            </a:r>
            <a:r>
              <a:rPr spc="-125" dirty="0">
                <a:solidFill>
                  <a:schemeClr val="tx1"/>
                </a:solidFill>
              </a:rPr>
              <a:t>t</a:t>
            </a:r>
            <a:r>
              <a:rPr spc="65" dirty="0">
                <a:solidFill>
                  <a:schemeClr val="tx1"/>
                </a:solidFill>
              </a:rPr>
              <a:t>i</a:t>
            </a:r>
            <a:r>
              <a:rPr spc="-70" dirty="0">
                <a:solidFill>
                  <a:schemeClr val="tx1"/>
                </a:solidFill>
              </a:rPr>
              <a:t>g</a:t>
            </a:r>
            <a:r>
              <a:rPr spc="-635" dirty="0">
                <a:solidFill>
                  <a:schemeClr val="tx1"/>
                </a:solidFill>
              </a:rPr>
              <a:t>a</a:t>
            </a:r>
            <a:r>
              <a:rPr spc="-125" dirty="0">
                <a:solidFill>
                  <a:schemeClr val="tx1"/>
                </a:solidFill>
              </a:rPr>
              <a:t>t</a:t>
            </a:r>
            <a:r>
              <a:rPr spc="65" dirty="0">
                <a:solidFill>
                  <a:schemeClr val="tx1"/>
                </a:solidFill>
              </a:rPr>
              <a:t>i</a:t>
            </a:r>
            <a:r>
              <a:rPr spc="-245" dirty="0">
                <a:solidFill>
                  <a:schemeClr val="tx1"/>
                </a:solidFill>
              </a:rPr>
              <a:t>o</a:t>
            </a:r>
            <a:r>
              <a:rPr spc="-1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3075825"/>
            <a:ext cx="631634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114" dirty="0">
                <a:latin typeface="Lucida Sans Unicode"/>
                <a:cs typeface="Lucida Sans Unicode"/>
              </a:rPr>
              <a:t>Hard</a:t>
            </a:r>
            <a:r>
              <a:rPr sz="2350" spc="-80" dirty="0">
                <a:latin typeface="Lucida Sans Unicode"/>
                <a:cs typeface="Lucida Sans Unicode"/>
              </a:rPr>
              <a:t> </a:t>
            </a:r>
            <a:r>
              <a:rPr sz="2350" spc="-85" dirty="0">
                <a:latin typeface="Lucida Sans Unicode"/>
                <a:cs typeface="Lucida Sans Unicode"/>
              </a:rPr>
              <a:t>problems,</a:t>
            </a:r>
            <a:r>
              <a:rPr sz="2350" spc="-130" dirty="0">
                <a:latin typeface="Lucida Sans Unicode"/>
                <a:cs typeface="Lucida Sans Unicode"/>
              </a:rPr>
              <a:t> </a:t>
            </a:r>
            <a:r>
              <a:rPr sz="2350" spc="-30" dirty="0">
                <a:latin typeface="Lucida Sans Unicode"/>
                <a:cs typeface="Lucida Sans Unicode"/>
              </a:rPr>
              <a:t>and</a:t>
            </a:r>
            <a:r>
              <a:rPr sz="2350" spc="-85" dirty="0">
                <a:latin typeface="Lucida Sans Unicode"/>
                <a:cs typeface="Lucida Sans Unicode"/>
              </a:rPr>
              <a:t> </a:t>
            </a:r>
            <a:r>
              <a:rPr sz="2350" spc="-25" dirty="0">
                <a:latin typeface="Lucida Sans Unicode"/>
                <a:cs typeface="Lucida Sans Unicode"/>
              </a:rPr>
              <a:t>how</a:t>
            </a:r>
            <a:r>
              <a:rPr sz="2350" spc="-19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we</a:t>
            </a:r>
            <a:r>
              <a:rPr sz="2350" spc="-140" dirty="0">
                <a:latin typeface="Lucida Sans Unicode"/>
                <a:cs typeface="Lucida Sans Unicode"/>
              </a:rPr>
              <a:t> </a:t>
            </a:r>
            <a:r>
              <a:rPr sz="2350" spc="-20" dirty="0">
                <a:latin typeface="Lucida Sans Unicode"/>
                <a:cs typeface="Lucida Sans Unicode"/>
              </a:rPr>
              <a:t>addressed</a:t>
            </a:r>
            <a:r>
              <a:rPr sz="2350" spc="-85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them.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4095749"/>
            <a:ext cx="7429500" cy="1752600"/>
            <a:chOff x="1466849" y="4095749"/>
            <a:chExt cx="7429500" cy="1752600"/>
          </a:xfrm>
        </p:grpSpPr>
        <p:sp>
          <p:nvSpPr>
            <p:cNvPr id="7" name="object 7"/>
            <p:cNvSpPr/>
            <p:nvPr/>
          </p:nvSpPr>
          <p:spPr>
            <a:xfrm>
              <a:off x="1476374" y="41054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121919" y="1731833"/>
                  </a:lnTo>
                  <a:lnTo>
                    <a:pt x="81779" y="1719656"/>
                  </a:lnTo>
                  <a:lnTo>
                    <a:pt x="46931" y="1696372"/>
                  </a:lnTo>
                  <a:lnTo>
                    <a:pt x="20321" y="1663948"/>
                  </a:lnTo>
                  <a:lnTo>
                    <a:pt x="4282" y="1625226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8" y="8176"/>
                  </a:lnTo>
                  <a:lnTo>
                    <a:pt x="7352690" y="27949"/>
                  </a:lnTo>
                  <a:lnTo>
                    <a:pt x="7382327" y="57585"/>
                  </a:lnTo>
                  <a:lnTo>
                    <a:pt x="7402100" y="94577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100" y="1638627"/>
                  </a:lnTo>
                  <a:lnTo>
                    <a:pt x="7382326" y="1675620"/>
                  </a:lnTo>
                  <a:lnTo>
                    <a:pt x="7352691" y="1705256"/>
                  </a:lnTo>
                  <a:lnTo>
                    <a:pt x="7315699" y="1725028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41052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7" y="1632149"/>
                  </a:lnTo>
                  <a:lnTo>
                    <a:pt x="7386368" y="1670050"/>
                  </a:lnTo>
                  <a:lnTo>
                    <a:pt x="7358213" y="1701119"/>
                  </a:lnTo>
                  <a:lnTo>
                    <a:pt x="7322249" y="1722673"/>
                  </a:lnTo>
                  <a:lnTo>
                    <a:pt x="7281578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9" y="1727398"/>
                  </a:lnTo>
                  <a:lnTo>
                    <a:pt x="63497" y="1709469"/>
                  </a:lnTo>
                  <a:lnTo>
                    <a:pt x="32429" y="1681314"/>
                  </a:lnTo>
                  <a:lnTo>
                    <a:pt x="10875" y="1645350"/>
                  </a:lnTo>
                  <a:lnTo>
                    <a:pt x="686" y="1604679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5624" y="4168690"/>
            <a:ext cx="6337300" cy="154432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400" spc="-25" dirty="0">
                <a:solidFill>
                  <a:srgbClr val="58A6FF"/>
                </a:solidFill>
                <a:latin typeface="Courier New"/>
                <a:cs typeface="Courier New"/>
              </a:rPr>
              <a:t>01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Pixel</a:t>
            </a:r>
            <a:r>
              <a:rPr sz="220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expansion</a:t>
            </a:r>
            <a:r>
              <a:rPr sz="220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75" dirty="0">
                <a:solidFill>
                  <a:srgbClr val="E6ECF2"/>
                </a:solidFill>
                <a:latin typeface="Lucida Sans Unicode"/>
                <a:cs typeface="Lucida Sans Unicode"/>
              </a:rPr>
              <a:t>&amp;</a:t>
            </a:r>
            <a:r>
              <a:rPr sz="2200" spc="-20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quality</a:t>
            </a:r>
            <a:r>
              <a:rPr sz="220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loss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21200"/>
              </a:lnSpc>
              <a:spcBef>
                <a:spcPts val="490"/>
              </a:spcBef>
            </a:pP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locally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on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Canvas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now;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AI</a:t>
            </a:r>
            <a:r>
              <a:rPr sz="1650" spc="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enhancement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planned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for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Part</a:t>
            </a:r>
            <a:r>
              <a:rPr sz="16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2.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91649" y="4095749"/>
            <a:ext cx="7429500" cy="1752600"/>
            <a:chOff x="9391649" y="4095749"/>
            <a:chExt cx="7429500" cy="1752600"/>
          </a:xfrm>
        </p:grpSpPr>
        <p:sp>
          <p:nvSpPr>
            <p:cNvPr id="11" name="object 11"/>
            <p:cNvSpPr/>
            <p:nvPr/>
          </p:nvSpPr>
          <p:spPr>
            <a:xfrm>
              <a:off x="9401174" y="41054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121917" y="1731833"/>
                  </a:lnTo>
                  <a:lnTo>
                    <a:pt x="81778" y="1719656"/>
                  </a:lnTo>
                  <a:lnTo>
                    <a:pt x="46930" y="1696372"/>
                  </a:lnTo>
                  <a:lnTo>
                    <a:pt x="20320" y="1663948"/>
                  </a:lnTo>
                  <a:lnTo>
                    <a:pt x="4281" y="1625226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7" y="8176"/>
                  </a:lnTo>
                  <a:lnTo>
                    <a:pt x="7352690" y="27949"/>
                  </a:lnTo>
                  <a:lnTo>
                    <a:pt x="7382326" y="57585"/>
                  </a:lnTo>
                  <a:lnTo>
                    <a:pt x="7402099" y="94577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099" y="1638627"/>
                  </a:lnTo>
                  <a:lnTo>
                    <a:pt x="7382326" y="1675620"/>
                  </a:lnTo>
                  <a:lnTo>
                    <a:pt x="7352690" y="1705256"/>
                  </a:lnTo>
                  <a:lnTo>
                    <a:pt x="7315697" y="1725028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01174" y="41052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9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6" y="1632149"/>
                  </a:lnTo>
                  <a:lnTo>
                    <a:pt x="7386368" y="1670050"/>
                  </a:lnTo>
                  <a:lnTo>
                    <a:pt x="7358212" y="1701119"/>
                  </a:lnTo>
                  <a:lnTo>
                    <a:pt x="7322247" y="1722673"/>
                  </a:lnTo>
                  <a:lnTo>
                    <a:pt x="7281577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8" y="1727398"/>
                  </a:lnTo>
                  <a:lnTo>
                    <a:pt x="63496" y="1709469"/>
                  </a:lnTo>
                  <a:lnTo>
                    <a:pt x="32428" y="1681314"/>
                  </a:lnTo>
                  <a:lnTo>
                    <a:pt x="10874" y="1645350"/>
                  </a:lnTo>
                  <a:lnTo>
                    <a:pt x="685" y="1604679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55186" y="428117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00B4D8"/>
                </a:solidFill>
                <a:latin typeface="Courier New"/>
                <a:cs typeface="Courier New"/>
              </a:rPr>
              <a:t>02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55188" y="4903918"/>
            <a:ext cx="5502275" cy="580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495"/>
              </a:lnSpc>
              <a:spcBef>
                <a:spcPts val="135"/>
              </a:spcBef>
            </a:pP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Share</a:t>
            </a:r>
            <a:r>
              <a:rPr sz="2200" spc="-15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2</a:t>
            </a:r>
            <a:r>
              <a:rPr sz="2200" spc="-1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persistence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ts val="1835"/>
              </a:lnSpc>
            </a:pP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Held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in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live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session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memory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only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20" dirty="0">
                <a:solidFill>
                  <a:srgbClr val="8B949D"/>
                </a:solidFill>
                <a:latin typeface="Lucida Sans Unicode"/>
                <a:cs typeface="Lucida Sans Unicode"/>
              </a:rPr>
              <a:t>—</a:t>
            </a:r>
            <a:r>
              <a:rPr sz="1650" spc="-1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never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wri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tt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en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to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disk.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66849" y="5886449"/>
            <a:ext cx="7429500" cy="1752600"/>
            <a:chOff x="1466849" y="5886449"/>
            <a:chExt cx="7429500" cy="1752600"/>
          </a:xfrm>
        </p:grpSpPr>
        <p:sp>
          <p:nvSpPr>
            <p:cNvPr id="16" name="object 16"/>
            <p:cNvSpPr/>
            <p:nvPr/>
          </p:nvSpPr>
          <p:spPr>
            <a:xfrm>
              <a:off x="1476374" y="58961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94749" y="1725029"/>
                  </a:lnTo>
                  <a:lnTo>
                    <a:pt x="57756" y="1705256"/>
                  </a:lnTo>
                  <a:lnTo>
                    <a:pt x="28121" y="1675620"/>
                  </a:lnTo>
                  <a:lnTo>
                    <a:pt x="8348" y="1638627"/>
                  </a:lnTo>
                  <a:lnTo>
                    <a:pt x="171" y="1597522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3"/>
                  </a:lnTo>
                  <a:lnTo>
                    <a:pt x="7390126" y="69257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100" y="1638627"/>
                  </a:lnTo>
                  <a:lnTo>
                    <a:pt x="7382326" y="1675620"/>
                  </a:lnTo>
                  <a:lnTo>
                    <a:pt x="7352691" y="1705256"/>
                  </a:lnTo>
                  <a:lnTo>
                    <a:pt x="7315699" y="1725029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76374" y="58959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49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7" y="1632148"/>
                  </a:lnTo>
                  <a:lnTo>
                    <a:pt x="7386368" y="1670050"/>
                  </a:lnTo>
                  <a:lnTo>
                    <a:pt x="7358213" y="1701119"/>
                  </a:lnTo>
                  <a:lnTo>
                    <a:pt x="7322249" y="1722673"/>
                  </a:lnTo>
                  <a:lnTo>
                    <a:pt x="7281578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9" y="1727398"/>
                  </a:lnTo>
                  <a:lnTo>
                    <a:pt x="63497" y="1709470"/>
                  </a:lnTo>
                  <a:lnTo>
                    <a:pt x="32429" y="1681314"/>
                  </a:lnTo>
                  <a:lnTo>
                    <a:pt x="10875" y="1645350"/>
                  </a:lnTo>
                  <a:lnTo>
                    <a:pt x="686" y="1604678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25625" y="6262369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BC8BFF"/>
                </a:solidFill>
                <a:latin typeface="Courier New"/>
                <a:cs typeface="Courier New"/>
              </a:rPr>
              <a:t>03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25624" y="6694618"/>
            <a:ext cx="5458460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70" dirty="0">
                <a:solidFill>
                  <a:srgbClr val="E6ECF2"/>
                </a:solidFill>
                <a:latin typeface="Lucida Sans Unicode"/>
                <a:cs typeface="Lucida Sans Unicode"/>
              </a:rPr>
              <a:t>XSS</a:t>
            </a:r>
            <a:r>
              <a:rPr sz="2200" spc="-14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30" dirty="0">
                <a:solidFill>
                  <a:srgbClr val="E6ECF2"/>
                </a:solidFill>
                <a:latin typeface="Lucida Sans Unicode"/>
                <a:cs typeface="Lucida Sans Unicode"/>
              </a:rPr>
              <a:t>in</a:t>
            </a:r>
            <a:r>
              <a:rPr sz="220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50" dirty="0">
                <a:solidFill>
                  <a:srgbClr val="E6ECF2"/>
                </a:solidFill>
                <a:latin typeface="Lucida Sans Unicode"/>
                <a:cs typeface="Lucida Sans Unicode"/>
              </a:rPr>
              <a:t>chat</a:t>
            </a:r>
            <a:r>
              <a:rPr sz="2200" spc="-114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content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DOMPurify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sanitization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plus</a:t>
            </a:r>
            <a:r>
              <a:rPr sz="16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strict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server-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side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escaping.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391649" y="5886449"/>
            <a:ext cx="7429500" cy="1752600"/>
            <a:chOff x="9391649" y="5886449"/>
            <a:chExt cx="7429500" cy="1752600"/>
          </a:xfrm>
        </p:grpSpPr>
        <p:sp>
          <p:nvSpPr>
            <p:cNvPr id="21" name="object 21"/>
            <p:cNvSpPr/>
            <p:nvPr/>
          </p:nvSpPr>
          <p:spPr>
            <a:xfrm>
              <a:off x="9401174" y="58961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94748" y="1725029"/>
                  </a:lnTo>
                  <a:lnTo>
                    <a:pt x="57755" y="1705256"/>
                  </a:lnTo>
                  <a:lnTo>
                    <a:pt x="28119" y="1675620"/>
                  </a:lnTo>
                  <a:lnTo>
                    <a:pt x="8346" y="1638627"/>
                  </a:lnTo>
                  <a:lnTo>
                    <a:pt x="171" y="1597522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9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7"/>
                  </a:lnTo>
                  <a:lnTo>
                    <a:pt x="7363515" y="36833"/>
                  </a:lnTo>
                  <a:lnTo>
                    <a:pt x="7390125" y="69257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099" y="1638627"/>
                  </a:lnTo>
                  <a:lnTo>
                    <a:pt x="7382326" y="1675620"/>
                  </a:lnTo>
                  <a:lnTo>
                    <a:pt x="7352690" y="1705256"/>
                  </a:lnTo>
                  <a:lnTo>
                    <a:pt x="7315697" y="1725029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01174" y="58959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49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6" y="1632148"/>
                  </a:lnTo>
                  <a:lnTo>
                    <a:pt x="7386368" y="1670050"/>
                  </a:lnTo>
                  <a:lnTo>
                    <a:pt x="7358212" y="1701119"/>
                  </a:lnTo>
                  <a:lnTo>
                    <a:pt x="7322247" y="1722673"/>
                  </a:lnTo>
                  <a:lnTo>
                    <a:pt x="7281577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8" y="1727398"/>
                  </a:lnTo>
                  <a:lnTo>
                    <a:pt x="63496" y="1709470"/>
                  </a:lnTo>
                  <a:lnTo>
                    <a:pt x="32428" y="1681314"/>
                  </a:lnTo>
                  <a:lnTo>
                    <a:pt x="10874" y="1645350"/>
                  </a:lnTo>
                  <a:lnTo>
                    <a:pt x="685" y="1604678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755186" y="6262369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3FB94F"/>
                </a:solidFill>
                <a:latin typeface="Courier New"/>
                <a:cs typeface="Courier New"/>
              </a:rPr>
              <a:t>04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55188" y="6694618"/>
            <a:ext cx="205867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00" dirty="0">
                <a:solidFill>
                  <a:srgbClr val="E6ECF2"/>
                </a:solidFill>
                <a:latin typeface="Lucida Sans Unicode"/>
                <a:cs typeface="Lucida Sans Unicode"/>
              </a:rPr>
              <a:t>Real-</a:t>
            </a:r>
            <a:r>
              <a:rPr sz="2200" spc="-40" dirty="0">
                <a:solidFill>
                  <a:srgbClr val="E6ECF2"/>
                </a:solidFill>
                <a:latin typeface="Lucida Sans Unicode"/>
                <a:cs typeface="Lucida Sans Unicode"/>
              </a:rPr>
              <a:t>time</a:t>
            </a:r>
            <a:r>
              <a:rPr sz="220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scale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55188" y="7187487"/>
            <a:ext cx="44805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Event-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driven</a:t>
            </a:r>
            <a:r>
              <a:rPr sz="1650" spc="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Flask-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SocketIO 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duplex</a:t>
            </a:r>
            <a:r>
              <a:rPr sz="16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channels.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2509520"/>
            <a:ext cx="256667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1</a:t>
            </a:r>
            <a:r>
              <a:rPr sz="1400" spc="-33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8</a:t>
            </a:r>
            <a:r>
              <a:rPr sz="1400" spc="114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—</a:t>
            </a:r>
            <a:r>
              <a:rPr sz="1400" spc="114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F</a:t>
            </a:r>
            <a:r>
              <a:rPr sz="1400" spc="-32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Y</a:t>
            </a:r>
            <a:r>
              <a:rPr sz="1400" spc="-32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400" spc="114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400" spc="-33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A</a:t>
            </a:r>
            <a:r>
              <a:rPr sz="1400" spc="-32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R</a:t>
            </a:r>
            <a:r>
              <a:rPr sz="1400" spc="-33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C8BFF"/>
                </a:solidFill>
                <a:latin typeface="Courier New"/>
                <a:cs typeface="Courier New"/>
              </a:rPr>
              <a:t>T</a:t>
            </a:r>
            <a:r>
              <a:rPr sz="1400" spc="114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400" spc="-50" dirty="0">
                <a:solidFill>
                  <a:srgbClr val="BC8BFF"/>
                </a:solidFill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9387" y="2812563"/>
            <a:ext cx="467995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50" spc="-530" dirty="0"/>
              <a:t>W</a:t>
            </a:r>
            <a:r>
              <a:rPr sz="6850" spc="-40" dirty="0"/>
              <a:t>h</a:t>
            </a:r>
            <a:r>
              <a:rPr sz="6850" spc="-565" dirty="0"/>
              <a:t>a</a:t>
            </a:r>
            <a:r>
              <a:rPr sz="6850" spc="-35" dirty="0"/>
              <a:t>t</a:t>
            </a:r>
            <a:r>
              <a:rPr sz="6850" spc="15" dirty="0"/>
              <a:t>'s</a:t>
            </a:r>
            <a:r>
              <a:rPr sz="6850" spc="-545" dirty="0"/>
              <a:t> </a:t>
            </a:r>
            <a:r>
              <a:rPr sz="6850" spc="-20" dirty="0"/>
              <a:t>next</a:t>
            </a:r>
            <a:endParaRPr sz="6850"/>
          </a:p>
        </p:txBody>
      </p:sp>
      <p:sp>
        <p:nvSpPr>
          <p:cNvPr id="5" name="object 5"/>
          <p:cNvSpPr txBox="1"/>
          <p:nvPr/>
        </p:nvSpPr>
        <p:spPr>
          <a:xfrm>
            <a:off x="1451768" y="4139856"/>
            <a:ext cx="9970770" cy="863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2200" dirty="0">
                <a:latin typeface="Lucida Sans Unicode"/>
                <a:cs typeface="Lucida Sans Unicode"/>
              </a:rPr>
              <a:t>Part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spc="-600" dirty="0">
                <a:latin typeface="Lucida Sans Unicode"/>
                <a:cs typeface="Lucida Sans Unicode"/>
              </a:rPr>
              <a:t>1</a:t>
            </a:r>
            <a:r>
              <a:rPr sz="2200" spc="15" dirty="0">
                <a:latin typeface="Lucida Sans Unicode"/>
                <a:cs typeface="Lucida Sans Unicode"/>
              </a:rPr>
              <a:t> </a:t>
            </a:r>
            <a:r>
              <a:rPr sz="2200" spc="-35" dirty="0">
                <a:latin typeface="Lucida Sans Unicode"/>
                <a:cs typeface="Lucida Sans Unicode"/>
              </a:rPr>
              <a:t>proves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the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concept.</a:t>
            </a:r>
            <a:r>
              <a:rPr sz="2200" spc="-7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Part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spc="-105" dirty="0">
                <a:latin typeface="Lucida Sans Unicode"/>
                <a:cs typeface="Lucida Sans Unicode"/>
              </a:rPr>
              <a:t>2</a:t>
            </a:r>
            <a:r>
              <a:rPr sz="2200" spc="-10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adds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the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spc="-55" dirty="0">
                <a:latin typeface="Lucida Sans Unicode"/>
                <a:cs typeface="Lucida Sans Unicode"/>
              </a:rPr>
              <a:t>deep-</a:t>
            </a:r>
            <a:r>
              <a:rPr sz="2200" spc="-50" dirty="0">
                <a:latin typeface="Lucida Sans Unicode"/>
                <a:cs typeface="Lucida Sans Unicode"/>
              </a:rPr>
              <a:t>learning</a:t>
            </a:r>
            <a:r>
              <a:rPr sz="2200" spc="-2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layer</a:t>
            </a:r>
            <a:r>
              <a:rPr sz="2200" spc="-8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and</a:t>
            </a:r>
            <a:r>
              <a:rPr sz="2200" spc="-30" dirty="0">
                <a:latin typeface="Lucida Sans Unicode"/>
                <a:cs typeface="Lucida Sans Unicode"/>
              </a:rPr>
              <a:t> </a:t>
            </a:r>
            <a:r>
              <a:rPr sz="2200" spc="70" dirty="0">
                <a:latin typeface="Lucida Sans Unicode"/>
                <a:cs typeface="Lucida Sans Unicode"/>
              </a:rPr>
              <a:t>a</a:t>
            </a:r>
            <a:r>
              <a:rPr sz="2200" spc="-16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formal evaluation.</a:t>
            </a:r>
            <a:endParaRPr sz="220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5333999"/>
            <a:ext cx="3581400" cy="2438400"/>
            <a:chOff x="1466849" y="5333999"/>
            <a:chExt cx="3581400" cy="2438400"/>
          </a:xfrm>
        </p:grpSpPr>
        <p:sp>
          <p:nvSpPr>
            <p:cNvPr id="7" name="object 7"/>
            <p:cNvSpPr/>
            <p:nvPr/>
          </p:nvSpPr>
          <p:spPr>
            <a:xfrm>
              <a:off x="1476374" y="534369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26493" y="2419006"/>
                  </a:moveTo>
                  <a:lnTo>
                    <a:pt x="135855" y="2419006"/>
                  </a:lnTo>
                  <a:lnTo>
                    <a:pt x="121919" y="2417633"/>
                  </a:lnTo>
                  <a:lnTo>
                    <a:pt x="81779" y="2405457"/>
                  </a:lnTo>
                  <a:lnTo>
                    <a:pt x="46931" y="2382172"/>
                  </a:lnTo>
                  <a:lnTo>
                    <a:pt x="20321" y="2349747"/>
                  </a:lnTo>
                  <a:lnTo>
                    <a:pt x="4282" y="2311026"/>
                  </a:lnTo>
                  <a:lnTo>
                    <a:pt x="0" y="22763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9" y="8176"/>
                  </a:lnTo>
                  <a:lnTo>
                    <a:pt x="3504591" y="27948"/>
                  </a:lnTo>
                  <a:lnTo>
                    <a:pt x="3534228" y="57583"/>
                  </a:lnTo>
                  <a:lnTo>
                    <a:pt x="3554000" y="94577"/>
                  </a:lnTo>
                  <a:lnTo>
                    <a:pt x="3562178" y="135684"/>
                  </a:lnTo>
                  <a:lnTo>
                    <a:pt x="3562178" y="2283321"/>
                  </a:lnTo>
                  <a:lnTo>
                    <a:pt x="3554000" y="2324426"/>
                  </a:lnTo>
                  <a:lnTo>
                    <a:pt x="3534227" y="2361419"/>
                  </a:lnTo>
                  <a:lnTo>
                    <a:pt x="3504592" y="2391056"/>
                  </a:lnTo>
                  <a:lnTo>
                    <a:pt x="3467599" y="2410829"/>
                  </a:lnTo>
                  <a:lnTo>
                    <a:pt x="3426493" y="24190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5343524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22764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5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8" y="6150"/>
                  </a:lnTo>
                  <a:lnTo>
                    <a:pt x="3498850" y="24078"/>
                  </a:lnTo>
                  <a:lnTo>
                    <a:pt x="3529919" y="52233"/>
                  </a:lnTo>
                  <a:lnTo>
                    <a:pt x="3551473" y="88198"/>
                  </a:lnTo>
                  <a:lnTo>
                    <a:pt x="3561663" y="128870"/>
                  </a:lnTo>
                  <a:lnTo>
                    <a:pt x="3562349" y="142874"/>
                  </a:lnTo>
                  <a:lnTo>
                    <a:pt x="3562349" y="2276474"/>
                  </a:lnTo>
                  <a:lnTo>
                    <a:pt x="3556198" y="2317947"/>
                  </a:lnTo>
                  <a:lnTo>
                    <a:pt x="3538269" y="2355850"/>
                  </a:lnTo>
                  <a:lnTo>
                    <a:pt x="3510114" y="2386919"/>
                  </a:lnTo>
                  <a:lnTo>
                    <a:pt x="3474149" y="2408473"/>
                  </a:lnTo>
                  <a:lnTo>
                    <a:pt x="3433478" y="2418662"/>
                  </a:lnTo>
                  <a:lnTo>
                    <a:pt x="3419474" y="2419349"/>
                  </a:lnTo>
                  <a:lnTo>
                    <a:pt x="142874" y="2419349"/>
                  </a:lnTo>
                  <a:lnTo>
                    <a:pt x="101399" y="2413198"/>
                  </a:lnTo>
                  <a:lnTo>
                    <a:pt x="63497" y="2395270"/>
                  </a:lnTo>
                  <a:lnTo>
                    <a:pt x="32429" y="2367113"/>
                  </a:lnTo>
                  <a:lnTo>
                    <a:pt x="10875" y="2331149"/>
                  </a:lnTo>
                  <a:lnTo>
                    <a:pt x="686" y="2290478"/>
                  </a:lnTo>
                  <a:lnTo>
                    <a:pt x="0" y="22764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08658" y="5591125"/>
            <a:ext cx="2540635" cy="86042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solidFill>
                  <a:srgbClr val="BC8BFF"/>
                </a:solidFill>
                <a:latin typeface="Courier New"/>
                <a:cs typeface="Courier New"/>
              </a:rPr>
              <a:t>P</a:t>
            </a:r>
            <a:r>
              <a:rPr sz="1200" spc="-35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BC8BFF"/>
                </a:solidFill>
                <a:latin typeface="Courier New"/>
                <a:cs typeface="Courier New"/>
              </a:rPr>
              <a:t>H</a:t>
            </a:r>
            <a:r>
              <a:rPr sz="1200" spc="-35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BC8BFF"/>
                </a:solidFill>
                <a:latin typeface="Courier New"/>
                <a:cs typeface="Courier New"/>
              </a:rPr>
              <a:t>A</a:t>
            </a:r>
            <a:r>
              <a:rPr sz="1200" spc="-35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BC8BFF"/>
                </a:solidFill>
                <a:latin typeface="Courier New"/>
                <a:cs typeface="Courier New"/>
              </a:rPr>
              <a:t>S</a:t>
            </a:r>
            <a:r>
              <a:rPr sz="1200" spc="-355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BC8BFF"/>
                </a:solidFill>
                <a:latin typeface="Courier New"/>
                <a:cs typeface="Courier New"/>
              </a:rPr>
              <a:t>E</a:t>
            </a:r>
            <a:r>
              <a:rPr sz="1200" spc="10" dirty="0">
                <a:solidFill>
                  <a:srgbClr val="BC8BFF"/>
                </a:solidFill>
                <a:latin typeface="Courier New"/>
                <a:cs typeface="Courier New"/>
              </a:rPr>
              <a:t>  </a:t>
            </a:r>
            <a:r>
              <a:rPr sz="1200" dirty="0">
                <a:solidFill>
                  <a:srgbClr val="BC8BFF"/>
                </a:solidFill>
                <a:latin typeface="Courier New"/>
                <a:cs typeface="Courier New"/>
              </a:rPr>
              <a:t>0</a:t>
            </a:r>
            <a:r>
              <a:rPr sz="1200" spc="-350" dirty="0">
                <a:solidFill>
                  <a:srgbClr val="BC8BFF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C8BFF"/>
                </a:solidFill>
                <a:latin typeface="Courier New"/>
                <a:cs typeface="Courier New"/>
              </a:rPr>
              <a:t>1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220" dirty="0">
                <a:solidFill>
                  <a:srgbClr val="E6ECF2"/>
                </a:solidFill>
                <a:latin typeface="Lucida Sans Unicode"/>
                <a:cs typeface="Lucida Sans Unicode"/>
              </a:rPr>
              <a:t>AI</a:t>
            </a:r>
            <a:r>
              <a:rPr sz="2200" spc="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super-</a:t>
            </a:r>
            <a:r>
              <a:rPr sz="2200" spc="-25" dirty="0">
                <a:solidFill>
                  <a:srgbClr val="E6ECF2"/>
                </a:solidFill>
                <a:latin typeface="Lucida Sans Unicode"/>
                <a:cs typeface="Lucida Sans Unicode"/>
              </a:rPr>
              <a:t>resolution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8658" y="6616982"/>
            <a:ext cx="2699385" cy="8636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70"/>
              </a:spcBef>
            </a:pPr>
            <a:r>
              <a:rPr sz="15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ESRGAN</a:t>
            </a:r>
            <a:r>
              <a:rPr sz="15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95" dirty="0">
                <a:solidFill>
                  <a:srgbClr val="8B949D"/>
                </a:solidFill>
                <a:latin typeface="Lucida Sans Unicode"/>
                <a:cs typeface="Lucida Sans Unicode"/>
              </a:rPr>
              <a:t>/</a:t>
            </a:r>
            <a:r>
              <a:rPr sz="1500" spc="-1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55" dirty="0">
                <a:solidFill>
                  <a:srgbClr val="8B949D"/>
                </a:solidFill>
                <a:latin typeface="Lucida Sans Unicode"/>
                <a:cs typeface="Lucida Sans Unicode"/>
              </a:rPr>
              <a:t>CNN</a:t>
            </a:r>
            <a:r>
              <a:rPr sz="150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models</a:t>
            </a:r>
            <a:r>
              <a:rPr sz="150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denoise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upscale</a:t>
            </a:r>
            <a:r>
              <a:rPr sz="150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reconstructed shares.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91149" y="5333999"/>
            <a:ext cx="3581400" cy="2438400"/>
            <a:chOff x="5391149" y="5333999"/>
            <a:chExt cx="3581400" cy="2438400"/>
          </a:xfrm>
        </p:grpSpPr>
        <p:sp>
          <p:nvSpPr>
            <p:cNvPr id="12" name="object 12"/>
            <p:cNvSpPr/>
            <p:nvPr/>
          </p:nvSpPr>
          <p:spPr>
            <a:xfrm>
              <a:off x="5400674" y="534369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26493" y="2419006"/>
                  </a:moveTo>
                  <a:lnTo>
                    <a:pt x="135855" y="2419006"/>
                  </a:lnTo>
                  <a:lnTo>
                    <a:pt x="121918" y="2417633"/>
                  </a:lnTo>
                  <a:lnTo>
                    <a:pt x="81779" y="2405457"/>
                  </a:lnTo>
                  <a:lnTo>
                    <a:pt x="46931" y="2382172"/>
                  </a:lnTo>
                  <a:lnTo>
                    <a:pt x="20321" y="2349747"/>
                  </a:lnTo>
                  <a:lnTo>
                    <a:pt x="4282" y="2311026"/>
                  </a:lnTo>
                  <a:lnTo>
                    <a:pt x="0" y="2276303"/>
                  </a:lnTo>
                  <a:lnTo>
                    <a:pt x="171" y="135684"/>
                  </a:lnTo>
                  <a:lnTo>
                    <a:pt x="8347" y="94577"/>
                  </a:lnTo>
                  <a:lnTo>
                    <a:pt x="28120" y="57584"/>
                  </a:lnTo>
                  <a:lnTo>
                    <a:pt x="57757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8" y="8176"/>
                  </a:lnTo>
                  <a:lnTo>
                    <a:pt x="3504591" y="27948"/>
                  </a:lnTo>
                  <a:lnTo>
                    <a:pt x="3534227" y="57583"/>
                  </a:lnTo>
                  <a:lnTo>
                    <a:pt x="3553999" y="94577"/>
                  </a:lnTo>
                  <a:lnTo>
                    <a:pt x="3562178" y="135684"/>
                  </a:lnTo>
                  <a:lnTo>
                    <a:pt x="3562178" y="2283321"/>
                  </a:lnTo>
                  <a:lnTo>
                    <a:pt x="3553999" y="2324426"/>
                  </a:lnTo>
                  <a:lnTo>
                    <a:pt x="3534227" y="2361419"/>
                  </a:lnTo>
                  <a:lnTo>
                    <a:pt x="3504591" y="2391056"/>
                  </a:lnTo>
                  <a:lnTo>
                    <a:pt x="3467598" y="2410829"/>
                  </a:lnTo>
                  <a:lnTo>
                    <a:pt x="3426493" y="24190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0674" y="5343524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22764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7" y="94748"/>
                  </a:lnTo>
                  <a:lnTo>
                    <a:pt x="28120" y="57755"/>
                  </a:lnTo>
                  <a:lnTo>
                    <a:pt x="57757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8" y="6150"/>
                  </a:lnTo>
                  <a:lnTo>
                    <a:pt x="3498850" y="24078"/>
                  </a:lnTo>
                  <a:lnTo>
                    <a:pt x="3529918" y="52233"/>
                  </a:lnTo>
                  <a:lnTo>
                    <a:pt x="3551472" y="88198"/>
                  </a:lnTo>
                  <a:lnTo>
                    <a:pt x="3561663" y="128870"/>
                  </a:lnTo>
                  <a:lnTo>
                    <a:pt x="3562349" y="142874"/>
                  </a:lnTo>
                  <a:lnTo>
                    <a:pt x="3562349" y="2276474"/>
                  </a:lnTo>
                  <a:lnTo>
                    <a:pt x="3556197" y="2317947"/>
                  </a:lnTo>
                  <a:lnTo>
                    <a:pt x="3538269" y="2355850"/>
                  </a:lnTo>
                  <a:lnTo>
                    <a:pt x="3510113" y="2386919"/>
                  </a:lnTo>
                  <a:lnTo>
                    <a:pt x="3474149" y="2408473"/>
                  </a:lnTo>
                  <a:lnTo>
                    <a:pt x="3433478" y="2418662"/>
                  </a:lnTo>
                  <a:lnTo>
                    <a:pt x="3419474" y="2419349"/>
                  </a:lnTo>
                  <a:lnTo>
                    <a:pt x="142874" y="2419349"/>
                  </a:lnTo>
                  <a:lnTo>
                    <a:pt x="101399" y="2413198"/>
                  </a:lnTo>
                  <a:lnTo>
                    <a:pt x="63497" y="2395270"/>
                  </a:lnTo>
                  <a:lnTo>
                    <a:pt x="32429" y="2367113"/>
                  </a:lnTo>
                  <a:lnTo>
                    <a:pt x="10874" y="2331149"/>
                  </a:lnTo>
                  <a:lnTo>
                    <a:pt x="686" y="2290478"/>
                  </a:lnTo>
                  <a:lnTo>
                    <a:pt x="0" y="22764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31469" y="5591125"/>
            <a:ext cx="2804795" cy="86042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solidFill>
                  <a:srgbClr val="F75049"/>
                </a:solidFill>
                <a:latin typeface="Courier New"/>
                <a:cs typeface="Courier New"/>
              </a:rPr>
              <a:t>P</a:t>
            </a:r>
            <a:r>
              <a:rPr sz="1200" spc="-355" dirty="0">
                <a:solidFill>
                  <a:srgbClr val="F7504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75049"/>
                </a:solidFill>
                <a:latin typeface="Courier New"/>
                <a:cs typeface="Courier New"/>
              </a:rPr>
              <a:t>H</a:t>
            </a:r>
            <a:r>
              <a:rPr sz="1200" spc="-355" dirty="0">
                <a:solidFill>
                  <a:srgbClr val="F7504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75049"/>
                </a:solidFill>
                <a:latin typeface="Courier New"/>
                <a:cs typeface="Courier New"/>
              </a:rPr>
              <a:t>A</a:t>
            </a:r>
            <a:r>
              <a:rPr sz="1200" spc="-355" dirty="0">
                <a:solidFill>
                  <a:srgbClr val="F7504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75049"/>
                </a:solidFill>
                <a:latin typeface="Courier New"/>
                <a:cs typeface="Courier New"/>
              </a:rPr>
              <a:t>S</a:t>
            </a:r>
            <a:r>
              <a:rPr sz="1200" spc="-355" dirty="0">
                <a:solidFill>
                  <a:srgbClr val="F7504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75049"/>
                </a:solidFill>
                <a:latin typeface="Courier New"/>
                <a:cs typeface="Courier New"/>
              </a:rPr>
              <a:t>E</a:t>
            </a:r>
            <a:r>
              <a:rPr sz="1200" spc="10" dirty="0">
                <a:solidFill>
                  <a:srgbClr val="F75049"/>
                </a:solidFill>
                <a:latin typeface="Courier New"/>
                <a:cs typeface="Courier New"/>
              </a:rPr>
              <a:t>  </a:t>
            </a:r>
            <a:r>
              <a:rPr sz="1200" dirty="0">
                <a:solidFill>
                  <a:srgbClr val="F75049"/>
                </a:solidFill>
                <a:latin typeface="Courier New"/>
                <a:cs typeface="Courier New"/>
              </a:rPr>
              <a:t>0</a:t>
            </a:r>
            <a:r>
              <a:rPr sz="1200" spc="-350" dirty="0">
                <a:solidFill>
                  <a:srgbClr val="F75049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F75049"/>
                </a:solidFill>
                <a:latin typeface="Courier New"/>
                <a:cs typeface="Courier New"/>
              </a:rPr>
              <a:t>2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ML</a:t>
            </a:r>
            <a:r>
              <a:rPr sz="2200" spc="-2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tamper</a:t>
            </a:r>
            <a:r>
              <a:rPr sz="2200" spc="-15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detection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31470" y="6616982"/>
            <a:ext cx="2532380" cy="8636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70"/>
              </a:spcBef>
            </a:pPr>
            <a:r>
              <a:rPr sz="15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A</a:t>
            </a:r>
            <a:r>
              <a:rPr sz="1500" spc="-1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55" dirty="0">
                <a:solidFill>
                  <a:srgbClr val="8B949D"/>
                </a:solidFill>
                <a:latin typeface="Lucida Sans Unicode"/>
                <a:cs typeface="Lucida Sans Unicode"/>
              </a:rPr>
              <a:t>CNN</a:t>
            </a:r>
            <a:r>
              <a:rPr sz="150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classifier</a:t>
            </a:r>
            <a:r>
              <a:rPr sz="15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flags</a:t>
            </a:r>
            <a:r>
              <a:rPr sz="15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shares whose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pixel</a:t>
            </a:r>
            <a:r>
              <a:rPr sz="1500" spc="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statistics</a:t>
            </a:r>
            <a:r>
              <a:rPr sz="150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were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altered.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15449" y="5333999"/>
            <a:ext cx="3581400" cy="2438400"/>
            <a:chOff x="9315449" y="5333999"/>
            <a:chExt cx="3581400" cy="2438400"/>
          </a:xfrm>
        </p:grpSpPr>
        <p:sp>
          <p:nvSpPr>
            <p:cNvPr id="17" name="object 17"/>
            <p:cNvSpPr/>
            <p:nvPr/>
          </p:nvSpPr>
          <p:spPr>
            <a:xfrm>
              <a:off x="9324974" y="534369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26493" y="2419006"/>
                  </a:moveTo>
                  <a:lnTo>
                    <a:pt x="135855" y="2419006"/>
                  </a:lnTo>
                  <a:lnTo>
                    <a:pt x="121918" y="2417633"/>
                  </a:lnTo>
                  <a:lnTo>
                    <a:pt x="81778" y="2405457"/>
                  </a:lnTo>
                  <a:lnTo>
                    <a:pt x="46931" y="2382172"/>
                  </a:lnTo>
                  <a:lnTo>
                    <a:pt x="20320" y="2349747"/>
                  </a:lnTo>
                  <a:lnTo>
                    <a:pt x="4281" y="2311026"/>
                  </a:lnTo>
                  <a:lnTo>
                    <a:pt x="0" y="22763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4"/>
                  </a:lnTo>
                  <a:lnTo>
                    <a:pt x="57756" y="27949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8" y="8176"/>
                  </a:lnTo>
                  <a:lnTo>
                    <a:pt x="3504591" y="27948"/>
                  </a:lnTo>
                  <a:lnTo>
                    <a:pt x="3534226" y="57583"/>
                  </a:lnTo>
                  <a:lnTo>
                    <a:pt x="3553999" y="94577"/>
                  </a:lnTo>
                  <a:lnTo>
                    <a:pt x="3562177" y="135684"/>
                  </a:lnTo>
                  <a:lnTo>
                    <a:pt x="3562177" y="2283321"/>
                  </a:lnTo>
                  <a:lnTo>
                    <a:pt x="3553999" y="2324426"/>
                  </a:lnTo>
                  <a:lnTo>
                    <a:pt x="3534226" y="2361419"/>
                  </a:lnTo>
                  <a:lnTo>
                    <a:pt x="3504591" y="2391056"/>
                  </a:lnTo>
                  <a:lnTo>
                    <a:pt x="3467598" y="2410829"/>
                  </a:lnTo>
                  <a:lnTo>
                    <a:pt x="3426493" y="24190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24974" y="5343524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22764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5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8" y="6150"/>
                  </a:lnTo>
                  <a:lnTo>
                    <a:pt x="3498850" y="24078"/>
                  </a:lnTo>
                  <a:lnTo>
                    <a:pt x="3529917" y="52233"/>
                  </a:lnTo>
                  <a:lnTo>
                    <a:pt x="3551471" y="88198"/>
                  </a:lnTo>
                  <a:lnTo>
                    <a:pt x="3561662" y="128870"/>
                  </a:lnTo>
                  <a:lnTo>
                    <a:pt x="3562349" y="142874"/>
                  </a:lnTo>
                  <a:lnTo>
                    <a:pt x="3562349" y="2276474"/>
                  </a:lnTo>
                  <a:lnTo>
                    <a:pt x="3556196" y="2317947"/>
                  </a:lnTo>
                  <a:lnTo>
                    <a:pt x="3538268" y="2355850"/>
                  </a:lnTo>
                  <a:lnTo>
                    <a:pt x="3510113" y="2386919"/>
                  </a:lnTo>
                  <a:lnTo>
                    <a:pt x="3474149" y="2408473"/>
                  </a:lnTo>
                  <a:lnTo>
                    <a:pt x="3433478" y="2418662"/>
                  </a:lnTo>
                  <a:lnTo>
                    <a:pt x="3419474" y="2419349"/>
                  </a:lnTo>
                  <a:lnTo>
                    <a:pt x="142874" y="2419349"/>
                  </a:lnTo>
                  <a:lnTo>
                    <a:pt x="101398" y="2413198"/>
                  </a:lnTo>
                  <a:lnTo>
                    <a:pt x="63496" y="2395270"/>
                  </a:lnTo>
                  <a:lnTo>
                    <a:pt x="32429" y="2367113"/>
                  </a:lnTo>
                  <a:lnTo>
                    <a:pt x="10874" y="2331149"/>
                  </a:lnTo>
                  <a:lnTo>
                    <a:pt x="685" y="2290478"/>
                  </a:lnTo>
                  <a:lnTo>
                    <a:pt x="0" y="22764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54282" y="5591125"/>
            <a:ext cx="2139315" cy="86042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solidFill>
                  <a:srgbClr val="E3B340"/>
                </a:solidFill>
                <a:latin typeface="Courier New"/>
                <a:cs typeface="Courier New"/>
              </a:rPr>
              <a:t>P</a:t>
            </a:r>
            <a:r>
              <a:rPr sz="1200" spc="-35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3B340"/>
                </a:solidFill>
                <a:latin typeface="Courier New"/>
                <a:cs typeface="Courier New"/>
              </a:rPr>
              <a:t>H</a:t>
            </a:r>
            <a:r>
              <a:rPr sz="1200" spc="-35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3B340"/>
                </a:solidFill>
                <a:latin typeface="Courier New"/>
                <a:cs typeface="Courier New"/>
              </a:rPr>
              <a:t>A</a:t>
            </a:r>
            <a:r>
              <a:rPr sz="1200" spc="-35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3B340"/>
                </a:solidFill>
                <a:latin typeface="Courier New"/>
                <a:cs typeface="Courier New"/>
              </a:rPr>
              <a:t>S</a:t>
            </a:r>
            <a:r>
              <a:rPr sz="1200" spc="-355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3B340"/>
                </a:solidFill>
                <a:latin typeface="Courier New"/>
                <a:cs typeface="Courier New"/>
              </a:rPr>
              <a:t>E</a:t>
            </a:r>
            <a:r>
              <a:rPr sz="1200" spc="10" dirty="0">
                <a:solidFill>
                  <a:srgbClr val="E3B340"/>
                </a:solidFill>
                <a:latin typeface="Courier New"/>
                <a:cs typeface="Courier New"/>
              </a:rPr>
              <a:t>  </a:t>
            </a:r>
            <a:r>
              <a:rPr sz="1200" dirty="0">
                <a:solidFill>
                  <a:srgbClr val="E3B340"/>
                </a:solidFill>
                <a:latin typeface="Courier New"/>
                <a:cs typeface="Courier New"/>
              </a:rPr>
              <a:t>0</a:t>
            </a:r>
            <a:r>
              <a:rPr sz="1200" spc="-350" dirty="0">
                <a:solidFill>
                  <a:srgbClr val="E3B340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E3B340"/>
                </a:solidFill>
                <a:latin typeface="Courier New"/>
                <a:cs typeface="Courier New"/>
              </a:rPr>
              <a:t>3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Evaluate</a:t>
            </a:r>
            <a:r>
              <a:rPr sz="2200" spc="-11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quality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54282" y="6616982"/>
            <a:ext cx="2613660" cy="8636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70"/>
              </a:spcBef>
            </a:pP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Measure</a:t>
            </a:r>
            <a:r>
              <a:rPr sz="150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reconstruction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with PSNR</a:t>
            </a:r>
            <a:r>
              <a:rPr sz="150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50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SSIM</a:t>
            </a:r>
            <a:r>
              <a:rPr sz="15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against</a:t>
            </a:r>
            <a:r>
              <a:rPr sz="15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the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original.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239748" y="5333999"/>
            <a:ext cx="3581400" cy="2438400"/>
            <a:chOff x="13239748" y="5333999"/>
            <a:chExt cx="3581400" cy="2438400"/>
          </a:xfrm>
        </p:grpSpPr>
        <p:sp>
          <p:nvSpPr>
            <p:cNvPr id="22" name="object 22"/>
            <p:cNvSpPr/>
            <p:nvPr/>
          </p:nvSpPr>
          <p:spPr>
            <a:xfrm>
              <a:off x="13249273" y="534369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26493" y="2419006"/>
                  </a:moveTo>
                  <a:lnTo>
                    <a:pt x="135855" y="2419006"/>
                  </a:lnTo>
                  <a:lnTo>
                    <a:pt x="121918" y="2417633"/>
                  </a:lnTo>
                  <a:lnTo>
                    <a:pt x="81778" y="2405457"/>
                  </a:lnTo>
                  <a:lnTo>
                    <a:pt x="46930" y="2382172"/>
                  </a:lnTo>
                  <a:lnTo>
                    <a:pt x="20319" y="2349747"/>
                  </a:lnTo>
                  <a:lnTo>
                    <a:pt x="4280" y="2311026"/>
                  </a:lnTo>
                  <a:lnTo>
                    <a:pt x="0" y="2276303"/>
                  </a:lnTo>
                  <a:lnTo>
                    <a:pt x="170" y="135684"/>
                  </a:lnTo>
                  <a:lnTo>
                    <a:pt x="8345" y="94577"/>
                  </a:lnTo>
                  <a:lnTo>
                    <a:pt x="28119" y="57584"/>
                  </a:lnTo>
                  <a:lnTo>
                    <a:pt x="57756" y="27949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3426493" y="0"/>
                  </a:lnTo>
                  <a:lnTo>
                    <a:pt x="3467597" y="8176"/>
                  </a:lnTo>
                  <a:lnTo>
                    <a:pt x="3504590" y="27948"/>
                  </a:lnTo>
                  <a:lnTo>
                    <a:pt x="3534226" y="57583"/>
                  </a:lnTo>
                  <a:lnTo>
                    <a:pt x="3553999" y="94577"/>
                  </a:lnTo>
                  <a:lnTo>
                    <a:pt x="3562177" y="135684"/>
                  </a:lnTo>
                  <a:lnTo>
                    <a:pt x="3562177" y="2283321"/>
                  </a:lnTo>
                  <a:lnTo>
                    <a:pt x="3553999" y="2324426"/>
                  </a:lnTo>
                  <a:lnTo>
                    <a:pt x="3534226" y="2361419"/>
                  </a:lnTo>
                  <a:lnTo>
                    <a:pt x="3504590" y="2391056"/>
                  </a:lnTo>
                  <a:lnTo>
                    <a:pt x="3467597" y="2410829"/>
                  </a:lnTo>
                  <a:lnTo>
                    <a:pt x="3426493" y="24190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249273" y="5343524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2276474"/>
                  </a:moveTo>
                  <a:lnTo>
                    <a:pt x="0" y="142874"/>
                  </a:lnTo>
                  <a:lnTo>
                    <a:pt x="170" y="135855"/>
                  </a:lnTo>
                  <a:lnTo>
                    <a:pt x="8345" y="94748"/>
                  </a:lnTo>
                  <a:lnTo>
                    <a:pt x="28119" y="57755"/>
                  </a:lnTo>
                  <a:lnTo>
                    <a:pt x="57756" y="28120"/>
                  </a:lnTo>
                  <a:lnTo>
                    <a:pt x="94748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3419474" y="0"/>
                  </a:lnTo>
                  <a:lnTo>
                    <a:pt x="3460947" y="6150"/>
                  </a:lnTo>
                  <a:lnTo>
                    <a:pt x="3498850" y="24078"/>
                  </a:lnTo>
                  <a:lnTo>
                    <a:pt x="3529918" y="52233"/>
                  </a:lnTo>
                  <a:lnTo>
                    <a:pt x="3551472" y="88198"/>
                  </a:lnTo>
                  <a:lnTo>
                    <a:pt x="3561662" y="128870"/>
                  </a:lnTo>
                  <a:lnTo>
                    <a:pt x="3562349" y="142874"/>
                  </a:lnTo>
                  <a:lnTo>
                    <a:pt x="3562349" y="2276474"/>
                  </a:lnTo>
                  <a:lnTo>
                    <a:pt x="3556197" y="2317947"/>
                  </a:lnTo>
                  <a:lnTo>
                    <a:pt x="3538268" y="2355850"/>
                  </a:lnTo>
                  <a:lnTo>
                    <a:pt x="3510112" y="2386919"/>
                  </a:lnTo>
                  <a:lnTo>
                    <a:pt x="3474148" y="2408473"/>
                  </a:lnTo>
                  <a:lnTo>
                    <a:pt x="3433478" y="2418662"/>
                  </a:lnTo>
                  <a:lnTo>
                    <a:pt x="3419474" y="2419349"/>
                  </a:lnTo>
                  <a:lnTo>
                    <a:pt x="142874" y="2419349"/>
                  </a:lnTo>
                  <a:lnTo>
                    <a:pt x="101399" y="2413198"/>
                  </a:lnTo>
                  <a:lnTo>
                    <a:pt x="63497" y="2395270"/>
                  </a:lnTo>
                  <a:lnTo>
                    <a:pt x="32428" y="2367113"/>
                  </a:lnTo>
                  <a:lnTo>
                    <a:pt x="10873" y="2331149"/>
                  </a:lnTo>
                  <a:lnTo>
                    <a:pt x="684" y="2290478"/>
                  </a:lnTo>
                  <a:lnTo>
                    <a:pt x="0" y="22764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3577092" y="5591125"/>
            <a:ext cx="1096010" cy="86042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solidFill>
                  <a:srgbClr val="3FB94F"/>
                </a:solidFill>
                <a:latin typeface="Courier New"/>
                <a:cs typeface="Courier New"/>
              </a:rPr>
              <a:t>P</a:t>
            </a:r>
            <a:r>
              <a:rPr sz="1200" spc="-35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FB94F"/>
                </a:solidFill>
                <a:latin typeface="Courier New"/>
                <a:cs typeface="Courier New"/>
              </a:rPr>
              <a:t>H</a:t>
            </a:r>
            <a:r>
              <a:rPr sz="1200" spc="-35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FB94F"/>
                </a:solidFill>
                <a:latin typeface="Courier New"/>
                <a:cs typeface="Courier New"/>
              </a:rPr>
              <a:t>A</a:t>
            </a:r>
            <a:r>
              <a:rPr sz="1200" spc="-35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FB94F"/>
                </a:solidFill>
                <a:latin typeface="Courier New"/>
                <a:cs typeface="Courier New"/>
              </a:rPr>
              <a:t>S</a:t>
            </a:r>
            <a:r>
              <a:rPr sz="1200" spc="-355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3FB94F"/>
                </a:solidFill>
                <a:latin typeface="Courier New"/>
                <a:cs typeface="Courier New"/>
              </a:rPr>
              <a:t>E</a:t>
            </a:r>
            <a:r>
              <a:rPr sz="1200" spc="10" dirty="0">
                <a:solidFill>
                  <a:srgbClr val="3FB94F"/>
                </a:solidFill>
                <a:latin typeface="Courier New"/>
                <a:cs typeface="Courier New"/>
              </a:rPr>
              <a:t>  </a:t>
            </a:r>
            <a:r>
              <a:rPr sz="1200" dirty="0">
                <a:solidFill>
                  <a:srgbClr val="3FB94F"/>
                </a:solidFill>
                <a:latin typeface="Courier New"/>
                <a:cs typeface="Courier New"/>
              </a:rPr>
              <a:t>0</a:t>
            </a:r>
            <a:r>
              <a:rPr sz="1200" spc="-350" dirty="0">
                <a:solidFill>
                  <a:srgbClr val="3FB94F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3FB94F"/>
                </a:solidFill>
                <a:latin typeface="Courier New"/>
                <a:cs typeface="Courier New"/>
              </a:rPr>
              <a:t>4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Deploy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77092" y="6636032"/>
            <a:ext cx="233934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Ship</a:t>
            </a:r>
            <a:r>
              <a:rPr sz="150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a</a:t>
            </a:r>
            <a:r>
              <a:rPr sz="1500" spc="-13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8B949D"/>
                </a:solidFill>
                <a:latin typeface="Lucida Sans Unicode"/>
                <a:cs typeface="Lucida Sans Unicode"/>
              </a:rPr>
              <a:t>stable</a:t>
            </a:r>
            <a:r>
              <a:rPr sz="15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release</a:t>
            </a:r>
            <a:r>
              <a:rPr sz="150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with </a:t>
            </a:r>
            <a:r>
              <a:rPr sz="150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complete</a:t>
            </a:r>
            <a:r>
              <a:rPr sz="1500" spc="-10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documentation.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56667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1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9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—</a:t>
            </a:r>
            <a:r>
              <a:rPr sz="1400" spc="125" dirty="0">
                <a:latin typeface="Courier New"/>
                <a:cs typeface="Courier New"/>
              </a:rPr>
              <a:t> 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U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3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</a:t>
            </a:r>
            <a:r>
              <a:rPr sz="1400" spc="-3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N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689240"/>
            <a:ext cx="16459200" cy="11599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25" dirty="0">
                <a:solidFill>
                  <a:schemeClr val="tx1"/>
                </a:solidFill>
              </a:rPr>
              <a:t>C</a:t>
            </a:r>
            <a:r>
              <a:rPr spc="-540" dirty="0">
                <a:solidFill>
                  <a:schemeClr val="tx1"/>
                </a:solidFill>
              </a:rPr>
              <a:t>o</a:t>
            </a:r>
            <a:r>
              <a:rPr spc="-365" dirty="0">
                <a:solidFill>
                  <a:schemeClr val="tx1"/>
                </a:solidFill>
              </a:rPr>
              <a:t>n</a:t>
            </a:r>
            <a:r>
              <a:rPr spc="-595" dirty="0">
                <a:solidFill>
                  <a:schemeClr val="tx1"/>
                </a:solidFill>
              </a:rPr>
              <a:t>c</a:t>
            </a:r>
            <a:r>
              <a:rPr spc="-75" dirty="0">
                <a:solidFill>
                  <a:schemeClr val="tx1"/>
                </a:solidFill>
              </a:rPr>
              <a:t>l</a:t>
            </a:r>
            <a:r>
              <a:rPr spc="-335" dirty="0">
                <a:solidFill>
                  <a:schemeClr val="tx1"/>
                </a:solidFill>
              </a:rPr>
              <a:t>u</a:t>
            </a:r>
            <a:r>
              <a:rPr spc="-545" dirty="0">
                <a:solidFill>
                  <a:schemeClr val="tx1"/>
                </a:solidFill>
              </a:rPr>
              <a:t>s</a:t>
            </a:r>
            <a:r>
              <a:rPr spc="-229" dirty="0">
                <a:solidFill>
                  <a:schemeClr val="tx1"/>
                </a:solidFill>
              </a:rPr>
              <a:t>i</a:t>
            </a:r>
            <a:r>
              <a:rPr spc="-540" dirty="0">
                <a:solidFill>
                  <a:schemeClr val="tx1"/>
                </a:solidFill>
              </a:rPr>
              <a:t>o</a:t>
            </a:r>
            <a:r>
              <a:rPr spc="-305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9387" y="3075825"/>
            <a:ext cx="423100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25" dirty="0">
                <a:latin typeface="Lucida Sans Unicode"/>
                <a:cs typeface="Lucida Sans Unicode"/>
              </a:rPr>
              <a:t>Where</a:t>
            </a:r>
            <a:r>
              <a:rPr sz="2350" spc="-90" dirty="0">
                <a:latin typeface="Lucida Sans Unicode"/>
                <a:cs typeface="Lucida Sans Unicode"/>
              </a:rPr>
              <a:t> Reveal-</a:t>
            </a:r>
            <a:r>
              <a:rPr sz="2350" dirty="0">
                <a:latin typeface="Lucida Sans Unicode"/>
                <a:cs typeface="Lucida Sans Unicode"/>
              </a:rPr>
              <a:t>X</a:t>
            </a:r>
            <a:r>
              <a:rPr sz="2350" spc="-17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stands</a:t>
            </a:r>
            <a:r>
              <a:rPr sz="2350" spc="-85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today.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6849" y="3905249"/>
            <a:ext cx="7429500" cy="1752600"/>
            <a:chOff x="1466849" y="3905249"/>
            <a:chExt cx="7429500" cy="1752600"/>
          </a:xfrm>
        </p:grpSpPr>
        <p:sp>
          <p:nvSpPr>
            <p:cNvPr id="7" name="object 7"/>
            <p:cNvSpPr/>
            <p:nvPr/>
          </p:nvSpPr>
          <p:spPr>
            <a:xfrm>
              <a:off x="1476374" y="39149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121919" y="1731833"/>
                  </a:lnTo>
                  <a:lnTo>
                    <a:pt x="81779" y="1719657"/>
                  </a:lnTo>
                  <a:lnTo>
                    <a:pt x="46931" y="1696372"/>
                  </a:lnTo>
                  <a:lnTo>
                    <a:pt x="20321" y="1663948"/>
                  </a:lnTo>
                  <a:lnTo>
                    <a:pt x="4282" y="1625227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4"/>
                  </a:lnTo>
                  <a:lnTo>
                    <a:pt x="57756" y="27948"/>
                  </a:lnTo>
                  <a:lnTo>
                    <a:pt x="94749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8" y="8176"/>
                  </a:lnTo>
                  <a:lnTo>
                    <a:pt x="7352690" y="27948"/>
                  </a:lnTo>
                  <a:lnTo>
                    <a:pt x="7382327" y="57584"/>
                  </a:lnTo>
                  <a:lnTo>
                    <a:pt x="7402100" y="94577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100" y="1638628"/>
                  </a:lnTo>
                  <a:lnTo>
                    <a:pt x="7382326" y="1675620"/>
                  </a:lnTo>
                  <a:lnTo>
                    <a:pt x="7352691" y="1705256"/>
                  </a:lnTo>
                  <a:lnTo>
                    <a:pt x="7315699" y="1725029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76374" y="39147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50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7" y="1632149"/>
                  </a:lnTo>
                  <a:lnTo>
                    <a:pt x="7386368" y="1670050"/>
                  </a:lnTo>
                  <a:lnTo>
                    <a:pt x="7358213" y="1701119"/>
                  </a:lnTo>
                  <a:lnTo>
                    <a:pt x="7322249" y="1722673"/>
                  </a:lnTo>
                  <a:lnTo>
                    <a:pt x="7281578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9" y="1727398"/>
                  </a:lnTo>
                  <a:lnTo>
                    <a:pt x="63497" y="1709469"/>
                  </a:lnTo>
                  <a:lnTo>
                    <a:pt x="32429" y="1681314"/>
                  </a:lnTo>
                  <a:lnTo>
                    <a:pt x="10875" y="1645350"/>
                  </a:lnTo>
                  <a:lnTo>
                    <a:pt x="686" y="1604679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5625" y="428117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58A6FF"/>
                </a:solidFill>
                <a:latin typeface="Courier New"/>
                <a:cs typeface="Courier New"/>
              </a:rPr>
              <a:t>01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5624" y="4713418"/>
            <a:ext cx="6393180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Privacy</a:t>
            </a:r>
            <a:r>
              <a:rPr sz="2200" spc="1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by</a:t>
            </a:r>
            <a:r>
              <a:rPr sz="2200" spc="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mathematics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A</a:t>
            </a:r>
            <a:r>
              <a:rPr sz="1650" spc="-1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single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intercepted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share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is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information-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theoretically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worthless.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91649" y="3905249"/>
            <a:ext cx="7429500" cy="1752600"/>
            <a:chOff x="9391649" y="3905249"/>
            <a:chExt cx="7429500" cy="1752600"/>
          </a:xfrm>
        </p:grpSpPr>
        <p:sp>
          <p:nvSpPr>
            <p:cNvPr id="12" name="object 12"/>
            <p:cNvSpPr/>
            <p:nvPr/>
          </p:nvSpPr>
          <p:spPr>
            <a:xfrm>
              <a:off x="9401174" y="39149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121917" y="1731833"/>
                  </a:lnTo>
                  <a:lnTo>
                    <a:pt x="81778" y="1719657"/>
                  </a:lnTo>
                  <a:lnTo>
                    <a:pt x="46930" y="1696372"/>
                  </a:lnTo>
                  <a:lnTo>
                    <a:pt x="20320" y="1663948"/>
                  </a:lnTo>
                  <a:lnTo>
                    <a:pt x="4281" y="1625227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4"/>
                  </a:lnTo>
                  <a:lnTo>
                    <a:pt x="57755" y="27948"/>
                  </a:lnTo>
                  <a:lnTo>
                    <a:pt x="94748" y="8176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315697" y="8176"/>
                  </a:lnTo>
                  <a:lnTo>
                    <a:pt x="7352690" y="27948"/>
                  </a:lnTo>
                  <a:lnTo>
                    <a:pt x="7382326" y="57584"/>
                  </a:lnTo>
                  <a:lnTo>
                    <a:pt x="7402099" y="94577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099" y="1638628"/>
                  </a:lnTo>
                  <a:lnTo>
                    <a:pt x="7382326" y="1675620"/>
                  </a:lnTo>
                  <a:lnTo>
                    <a:pt x="7352690" y="1705256"/>
                  </a:lnTo>
                  <a:lnTo>
                    <a:pt x="7315697" y="1725029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01174" y="39147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50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6" y="1632149"/>
                  </a:lnTo>
                  <a:lnTo>
                    <a:pt x="7386368" y="1670050"/>
                  </a:lnTo>
                  <a:lnTo>
                    <a:pt x="7358212" y="1701119"/>
                  </a:lnTo>
                  <a:lnTo>
                    <a:pt x="7322247" y="1722673"/>
                  </a:lnTo>
                  <a:lnTo>
                    <a:pt x="7281577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8" y="1727398"/>
                  </a:lnTo>
                  <a:lnTo>
                    <a:pt x="63496" y="1709469"/>
                  </a:lnTo>
                  <a:lnTo>
                    <a:pt x="32428" y="1681314"/>
                  </a:lnTo>
                  <a:lnTo>
                    <a:pt x="10874" y="1645350"/>
                  </a:lnTo>
                  <a:lnTo>
                    <a:pt x="685" y="1604679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755186" y="4281170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00B4D8"/>
                </a:solidFill>
                <a:latin typeface="Courier New"/>
                <a:cs typeface="Courier New"/>
              </a:rPr>
              <a:t>02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55188" y="4713418"/>
            <a:ext cx="6151245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Zero-</a:t>
            </a:r>
            <a:r>
              <a:rPr sz="2200" spc="-35" dirty="0">
                <a:solidFill>
                  <a:srgbClr val="E6ECF2"/>
                </a:solidFill>
                <a:latin typeface="Lucida Sans Unicode"/>
                <a:cs typeface="Lucida Sans Unicode"/>
              </a:rPr>
              <a:t>knowledge</a:t>
            </a:r>
            <a:r>
              <a:rPr sz="2200" spc="-5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relay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The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server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transports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shares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but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never</a:t>
            </a:r>
            <a:r>
              <a:rPr sz="1650" spc="-8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reconstructs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image.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66849" y="5886449"/>
            <a:ext cx="7429500" cy="1752600"/>
            <a:chOff x="1466849" y="5886449"/>
            <a:chExt cx="7429500" cy="1752600"/>
          </a:xfrm>
        </p:grpSpPr>
        <p:sp>
          <p:nvSpPr>
            <p:cNvPr id="17" name="object 17"/>
            <p:cNvSpPr/>
            <p:nvPr/>
          </p:nvSpPr>
          <p:spPr>
            <a:xfrm>
              <a:off x="1476374" y="58961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94749" y="1725029"/>
                  </a:lnTo>
                  <a:lnTo>
                    <a:pt x="57756" y="1705256"/>
                  </a:lnTo>
                  <a:lnTo>
                    <a:pt x="28121" y="1675620"/>
                  </a:lnTo>
                  <a:lnTo>
                    <a:pt x="8348" y="1638627"/>
                  </a:lnTo>
                  <a:lnTo>
                    <a:pt x="171" y="1597522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8" y="94577"/>
                  </a:lnTo>
                  <a:lnTo>
                    <a:pt x="28121" y="57585"/>
                  </a:lnTo>
                  <a:lnTo>
                    <a:pt x="57756" y="27949"/>
                  </a:lnTo>
                  <a:lnTo>
                    <a:pt x="94749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9" y="1372"/>
                  </a:lnTo>
                  <a:lnTo>
                    <a:pt x="7328667" y="13547"/>
                  </a:lnTo>
                  <a:lnTo>
                    <a:pt x="7363516" y="36833"/>
                  </a:lnTo>
                  <a:lnTo>
                    <a:pt x="7390126" y="69257"/>
                  </a:lnTo>
                  <a:lnTo>
                    <a:pt x="7406165" y="107978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100" y="1638627"/>
                  </a:lnTo>
                  <a:lnTo>
                    <a:pt x="7382326" y="1675620"/>
                  </a:lnTo>
                  <a:lnTo>
                    <a:pt x="7352691" y="1705256"/>
                  </a:lnTo>
                  <a:lnTo>
                    <a:pt x="7315699" y="1725029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76374" y="58959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8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8" y="6149"/>
                  </a:lnTo>
                  <a:lnTo>
                    <a:pt x="7346949" y="24078"/>
                  </a:lnTo>
                  <a:lnTo>
                    <a:pt x="7378018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7" y="1632148"/>
                  </a:lnTo>
                  <a:lnTo>
                    <a:pt x="7386368" y="1670050"/>
                  </a:lnTo>
                  <a:lnTo>
                    <a:pt x="7358213" y="1701119"/>
                  </a:lnTo>
                  <a:lnTo>
                    <a:pt x="7322249" y="1722673"/>
                  </a:lnTo>
                  <a:lnTo>
                    <a:pt x="7281578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9" y="1727398"/>
                  </a:lnTo>
                  <a:lnTo>
                    <a:pt x="63497" y="1709470"/>
                  </a:lnTo>
                  <a:lnTo>
                    <a:pt x="32429" y="1681314"/>
                  </a:lnTo>
                  <a:lnTo>
                    <a:pt x="10875" y="1645350"/>
                  </a:lnTo>
                  <a:lnTo>
                    <a:pt x="686" y="1604678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25625" y="6262369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BC8BFF"/>
                </a:solidFill>
                <a:latin typeface="Courier New"/>
                <a:cs typeface="Courier New"/>
              </a:rPr>
              <a:t>03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25624" y="6694618"/>
            <a:ext cx="5886450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Part</a:t>
            </a:r>
            <a:r>
              <a:rPr sz="220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600" dirty="0">
                <a:solidFill>
                  <a:srgbClr val="E6ECF2"/>
                </a:solidFill>
                <a:latin typeface="Lucida Sans Unicode"/>
                <a:cs typeface="Lucida Sans Unicode"/>
              </a:rPr>
              <a:t>1</a:t>
            </a:r>
            <a:r>
              <a:rPr sz="2200" spc="3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6ECF2"/>
                </a:solidFill>
                <a:latin typeface="Lucida Sans Unicode"/>
                <a:cs typeface="Lucida Sans Unicode"/>
              </a:rPr>
              <a:t>complete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6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Visual</a:t>
            </a:r>
            <a:r>
              <a:rPr sz="1650" spc="1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cryptography,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messaging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3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hardening</a:t>
            </a:r>
            <a:r>
              <a:rPr sz="1650" spc="-5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8B949D"/>
                </a:solidFill>
                <a:latin typeface="Lucida Sans Unicode"/>
                <a:cs typeface="Lucida Sans Unicode"/>
              </a:rPr>
              <a:t>are</a:t>
            </a:r>
            <a:r>
              <a:rPr sz="1650" spc="-10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shipped.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91649" y="5886449"/>
            <a:ext cx="7429500" cy="1752600"/>
            <a:chOff x="9391649" y="5886449"/>
            <a:chExt cx="7429500" cy="1752600"/>
          </a:xfrm>
        </p:grpSpPr>
        <p:sp>
          <p:nvSpPr>
            <p:cNvPr id="22" name="object 22"/>
            <p:cNvSpPr/>
            <p:nvPr/>
          </p:nvSpPr>
          <p:spPr>
            <a:xfrm>
              <a:off x="9401174" y="5896146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7274593" y="1733206"/>
                  </a:moveTo>
                  <a:lnTo>
                    <a:pt x="135855" y="1733206"/>
                  </a:lnTo>
                  <a:lnTo>
                    <a:pt x="94748" y="1725029"/>
                  </a:lnTo>
                  <a:lnTo>
                    <a:pt x="57755" y="1705256"/>
                  </a:lnTo>
                  <a:lnTo>
                    <a:pt x="28119" y="1675620"/>
                  </a:lnTo>
                  <a:lnTo>
                    <a:pt x="8346" y="1638627"/>
                  </a:lnTo>
                  <a:lnTo>
                    <a:pt x="171" y="1597522"/>
                  </a:lnTo>
                  <a:lnTo>
                    <a:pt x="0" y="1590503"/>
                  </a:lnTo>
                  <a:lnTo>
                    <a:pt x="171" y="135684"/>
                  </a:lnTo>
                  <a:lnTo>
                    <a:pt x="8346" y="94577"/>
                  </a:lnTo>
                  <a:lnTo>
                    <a:pt x="28119" y="57585"/>
                  </a:lnTo>
                  <a:lnTo>
                    <a:pt x="57755" y="27949"/>
                  </a:lnTo>
                  <a:lnTo>
                    <a:pt x="94748" y="8175"/>
                  </a:lnTo>
                  <a:lnTo>
                    <a:pt x="135855" y="0"/>
                  </a:lnTo>
                  <a:lnTo>
                    <a:pt x="7274593" y="0"/>
                  </a:lnTo>
                  <a:lnTo>
                    <a:pt x="7288528" y="1372"/>
                  </a:lnTo>
                  <a:lnTo>
                    <a:pt x="7328666" y="13547"/>
                  </a:lnTo>
                  <a:lnTo>
                    <a:pt x="7363515" y="36833"/>
                  </a:lnTo>
                  <a:lnTo>
                    <a:pt x="7390125" y="69257"/>
                  </a:lnTo>
                  <a:lnTo>
                    <a:pt x="7406164" y="107978"/>
                  </a:lnTo>
                  <a:lnTo>
                    <a:pt x="7410277" y="135684"/>
                  </a:lnTo>
                  <a:lnTo>
                    <a:pt x="7410277" y="1597522"/>
                  </a:lnTo>
                  <a:lnTo>
                    <a:pt x="7402099" y="1638627"/>
                  </a:lnTo>
                  <a:lnTo>
                    <a:pt x="7382326" y="1675620"/>
                  </a:lnTo>
                  <a:lnTo>
                    <a:pt x="7352690" y="1705256"/>
                  </a:lnTo>
                  <a:lnTo>
                    <a:pt x="7315697" y="1725029"/>
                  </a:lnTo>
                  <a:lnTo>
                    <a:pt x="7274593" y="1733206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01174" y="5895974"/>
              <a:ext cx="7410450" cy="1733550"/>
            </a:xfrm>
            <a:custGeom>
              <a:avLst/>
              <a:gdLst/>
              <a:ahLst/>
              <a:cxnLst/>
              <a:rect l="l" t="t" r="r" b="b"/>
              <a:pathLst>
                <a:path w="7410450" h="1733550">
                  <a:moveTo>
                    <a:pt x="0" y="15906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6" y="94748"/>
                  </a:lnTo>
                  <a:lnTo>
                    <a:pt x="28119" y="57756"/>
                  </a:lnTo>
                  <a:lnTo>
                    <a:pt x="57755" y="28120"/>
                  </a:lnTo>
                  <a:lnTo>
                    <a:pt x="94748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7267574" y="0"/>
                  </a:lnTo>
                  <a:lnTo>
                    <a:pt x="7309047" y="6149"/>
                  </a:lnTo>
                  <a:lnTo>
                    <a:pt x="7346949" y="24078"/>
                  </a:lnTo>
                  <a:lnTo>
                    <a:pt x="7378017" y="52234"/>
                  </a:lnTo>
                  <a:lnTo>
                    <a:pt x="7399572" y="88198"/>
                  </a:lnTo>
                  <a:lnTo>
                    <a:pt x="7409762" y="128870"/>
                  </a:lnTo>
                  <a:lnTo>
                    <a:pt x="7410449" y="142874"/>
                  </a:lnTo>
                  <a:lnTo>
                    <a:pt x="7410449" y="1590674"/>
                  </a:lnTo>
                  <a:lnTo>
                    <a:pt x="7404296" y="1632148"/>
                  </a:lnTo>
                  <a:lnTo>
                    <a:pt x="7386368" y="1670050"/>
                  </a:lnTo>
                  <a:lnTo>
                    <a:pt x="7358212" y="1701119"/>
                  </a:lnTo>
                  <a:lnTo>
                    <a:pt x="7322247" y="1722673"/>
                  </a:lnTo>
                  <a:lnTo>
                    <a:pt x="7281577" y="1732863"/>
                  </a:lnTo>
                  <a:lnTo>
                    <a:pt x="7267574" y="1733549"/>
                  </a:lnTo>
                  <a:lnTo>
                    <a:pt x="142874" y="1733549"/>
                  </a:lnTo>
                  <a:lnTo>
                    <a:pt x="101398" y="1727398"/>
                  </a:lnTo>
                  <a:lnTo>
                    <a:pt x="63496" y="1709470"/>
                  </a:lnTo>
                  <a:lnTo>
                    <a:pt x="32428" y="1681314"/>
                  </a:lnTo>
                  <a:lnTo>
                    <a:pt x="10874" y="1645350"/>
                  </a:lnTo>
                  <a:lnTo>
                    <a:pt x="685" y="1604678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755186" y="6262369"/>
            <a:ext cx="24511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spc="-25" dirty="0">
                <a:solidFill>
                  <a:srgbClr val="3FB94F"/>
                </a:solidFill>
                <a:latin typeface="Courier New"/>
                <a:cs typeface="Courier New"/>
              </a:rPr>
              <a:t>04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55188" y="6694618"/>
            <a:ext cx="169037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dirty="0">
                <a:solidFill>
                  <a:srgbClr val="E6ECF2"/>
                </a:solidFill>
                <a:latin typeface="Lucida Sans Unicode"/>
                <a:cs typeface="Lucida Sans Unicode"/>
              </a:rPr>
              <a:t>Part</a:t>
            </a:r>
            <a:r>
              <a:rPr sz="220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2</a:t>
            </a:r>
            <a:r>
              <a:rPr sz="2200" spc="-7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E6ECF2"/>
                </a:solidFill>
                <a:latin typeface="Lucida Sans Unicode"/>
                <a:cs typeface="Lucida Sans Unicode"/>
              </a:rPr>
              <a:t>ahead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55188" y="7187487"/>
            <a:ext cx="59359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ML</a:t>
            </a:r>
            <a:r>
              <a:rPr sz="1650" spc="-1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tamper</a:t>
            </a:r>
            <a:r>
              <a:rPr sz="16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dirty="0">
                <a:solidFill>
                  <a:srgbClr val="8B949D"/>
                </a:solidFill>
                <a:latin typeface="Lucida Sans Unicode"/>
                <a:cs typeface="Lucida Sans Unicode"/>
              </a:rPr>
              <a:t>detection</a:t>
            </a:r>
            <a:r>
              <a:rPr sz="16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45" dirty="0">
                <a:solidFill>
                  <a:srgbClr val="8B949D"/>
                </a:solidFill>
                <a:latin typeface="Lucida Sans Unicode"/>
                <a:cs typeface="Lucida Sans Unicode"/>
              </a:rPr>
              <a:t>and</a:t>
            </a:r>
            <a:r>
              <a:rPr sz="16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75" dirty="0">
                <a:solidFill>
                  <a:srgbClr val="8B949D"/>
                </a:solidFill>
                <a:latin typeface="Lucida Sans Unicode"/>
                <a:cs typeface="Lucida Sans Unicode"/>
              </a:rPr>
              <a:t>AI</a:t>
            </a:r>
            <a:r>
              <a:rPr sz="1650" spc="2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8B949D"/>
                </a:solidFill>
                <a:latin typeface="Lucida Sans Unicode"/>
                <a:cs typeface="Lucida Sans Unicode"/>
              </a:rPr>
              <a:t>image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enhancement</a:t>
            </a:r>
            <a:r>
              <a:rPr sz="16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come</a:t>
            </a:r>
            <a:r>
              <a:rPr sz="1650" spc="-9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next.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9387" y="1290319"/>
            <a:ext cx="256667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2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0</a:t>
            </a:r>
            <a:r>
              <a:rPr sz="14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—</a:t>
            </a:r>
            <a:r>
              <a:rPr sz="1400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R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F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R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N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C</a:t>
            </a:r>
            <a:r>
              <a:rPr sz="1400" spc="-325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E</a:t>
            </a:r>
            <a:r>
              <a:rPr sz="1400" spc="-32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/>
                <a:cs typeface="Courier New"/>
              </a:rPr>
              <a:t>S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4400" y="754643"/>
            <a:ext cx="1645920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3630" y="3075825"/>
            <a:ext cx="12866370" cy="12965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Lucida Sans Unicode"/>
                <a:cs typeface="Lucida Sans Unicode"/>
              </a:rPr>
              <a:t>Key sources and standards.</a:t>
            </a: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3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735965" algn="l"/>
              </a:tabLst>
            </a:pPr>
            <a:r>
              <a:rPr sz="1700" dirty="0">
                <a:solidFill>
                  <a:srgbClr val="58A6FF"/>
                </a:solidFill>
                <a:latin typeface="Courier New"/>
                <a:cs typeface="Courier New"/>
              </a:rPr>
              <a:t>[1]	</a:t>
            </a:r>
            <a:r>
              <a:rPr sz="1750" dirty="0">
                <a:latin typeface="Lucida Sans Unicode"/>
                <a:cs typeface="Lucida Sans Unicode"/>
              </a:rPr>
              <a:t>M. Naor and A. Shamir, "Visual Cryptography," Advances in Cryptology — EUROCRYPT ’94, LNCS vol. 950, pp. 1–12, 1995.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3630" y="4865933"/>
            <a:ext cx="6896100" cy="552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35965" algn="l"/>
              </a:tabLst>
            </a:pPr>
            <a:r>
              <a:rPr sz="1700" dirty="0">
                <a:solidFill>
                  <a:srgbClr val="58A6FF"/>
                </a:solidFill>
                <a:latin typeface="Courier New"/>
                <a:cs typeface="Courier New"/>
              </a:rPr>
              <a:t>[2]	</a:t>
            </a:r>
            <a:r>
              <a:rPr sz="1750" dirty="0">
                <a:latin typeface="Lucida Sans Unicode"/>
                <a:cs typeface="Lucida Sans Unicode"/>
              </a:rPr>
              <a:t>W3C, "Web Cryptography API," W3C Recommendation, 2017.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73630" y="5821722"/>
            <a:ext cx="9126855" cy="552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35965" algn="l"/>
              </a:tabLst>
            </a:pPr>
            <a:r>
              <a:rPr sz="1700" dirty="0">
                <a:solidFill>
                  <a:srgbClr val="58A6FF"/>
                </a:solidFill>
                <a:latin typeface="Courier New"/>
                <a:cs typeface="Courier New"/>
              </a:rPr>
              <a:t>[3]	</a:t>
            </a:r>
            <a:r>
              <a:rPr sz="1750" dirty="0">
                <a:latin typeface="Lucida Sans Unicode"/>
                <a:cs typeface="Lucida Sans Unicode"/>
              </a:rPr>
              <a:t>Pallets Projects, "Werkzeug — scrypt password hashing," Official documentation.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73630" y="6774222"/>
            <a:ext cx="7801609" cy="552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35965" algn="l"/>
              </a:tabLst>
            </a:pPr>
            <a:r>
              <a:rPr sz="1700" dirty="0">
                <a:solidFill>
                  <a:srgbClr val="58A6FF"/>
                </a:solidFill>
                <a:latin typeface="Courier New"/>
                <a:cs typeface="Courier New"/>
              </a:rPr>
              <a:t>[4]	</a:t>
            </a:r>
            <a:r>
              <a:rPr sz="1750" dirty="0">
                <a:latin typeface="Lucida Sans Unicode"/>
                <a:cs typeface="Lucida Sans Unicode"/>
              </a:rPr>
              <a:t>Cure53, "DOMPurify — DOM-only XSS sanitizer," Open-source library.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73630" y="7726722"/>
            <a:ext cx="9926320" cy="552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35965" algn="l"/>
              </a:tabLst>
            </a:pPr>
            <a:r>
              <a:rPr sz="1700" dirty="0">
                <a:solidFill>
                  <a:srgbClr val="58A6FF"/>
                </a:solidFill>
                <a:latin typeface="Courier New"/>
                <a:cs typeface="Courier New"/>
              </a:rPr>
              <a:t>[5]	</a:t>
            </a:r>
            <a:r>
              <a:rPr sz="1750" dirty="0">
                <a:latin typeface="Lucida Sans Unicode"/>
                <a:cs typeface="Lucida Sans Unicode"/>
              </a:rPr>
              <a:t>M. Grinberg, "Flask-SocketIO — real-time WebSocket framework," Official documentation.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534932" y="3271568"/>
            <a:ext cx="7215593" cy="15940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250" b="1" dirty="0" smtClean="0">
                <a:latin typeface="Courier New"/>
                <a:cs typeface="Courier New"/>
              </a:rPr>
              <a:t>Than</a:t>
            </a:r>
            <a:r>
              <a:rPr sz="10250" b="1" spc="-300" dirty="0" smtClean="0">
                <a:latin typeface="Courier New"/>
                <a:cs typeface="Courier New"/>
              </a:rPr>
              <a:t>k</a:t>
            </a:r>
            <a:r>
              <a:rPr lang="en-US" sz="10250" b="1" spc="-300" dirty="0">
                <a:latin typeface="Courier New"/>
                <a:cs typeface="Courier New"/>
              </a:rPr>
              <a:t> </a:t>
            </a:r>
            <a:r>
              <a:rPr sz="10250" b="1" dirty="0" smtClean="0">
                <a:latin typeface="Courier New"/>
                <a:cs typeface="Courier New"/>
              </a:rPr>
              <a:t>you</a:t>
            </a:r>
            <a:endParaRPr sz="1025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5493" y="5316291"/>
            <a:ext cx="7515225" cy="9017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350" spc="-90" dirty="0">
                <a:latin typeface="Lucida Sans Unicode"/>
                <a:cs typeface="Lucida Sans Unicode"/>
              </a:rPr>
              <a:t>Reveal-</a:t>
            </a:r>
            <a:r>
              <a:rPr sz="2350" dirty="0">
                <a:latin typeface="Lucida Sans Unicode"/>
                <a:cs typeface="Lucida Sans Unicode"/>
              </a:rPr>
              <a:t>X</a:t>
            </a:r>
            <a:r>
              <a:rPr sz="2350" spc="-185" dirty="0">
                <a:latin typeface="Lucida Sans Unicode"/>
                <a:cs typeface="Lucida Sans Unicode"/>
              </a:rPr>
              <a:t> </a:t>
            </a:r>
            <a:r>
              <a:rPr sz="2350" spc="-90" dirty="0">
                <a:latin typeface="Lucida Sans Unicode"/>
                <a:cs typeface="Lucida Sans Unicode"/>
              </a:rPr>
              <a:t>makes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intercepting</a:t>
            </a:r>
            <a:r>
              <a:rPr sz="2350" spc="-35" dirty="0">
                <a:latin typeface="Lucida Sans Unicode"/>
                <a:cs typeface="Lucida Sans Unicode"/>
              </a:rPr>
              <a:t> </a:t>
            </a:r>
            <a:r>
              <a:rPr sz="2350" spc="65" dirty="0">
                <a:latin typeface="Lucida Sans Unicode"/>
                <a:cs typeface="Lucida Sans Unicode"/>
              </a:rPr>
              <a:t>a</a:t>
            </a:r>
            <a:r>
              <a:rPr sz="2350" spc="-185" dirty="0">
                <a:latin typeface="Lucida Sans Unicode"/>
                <a:cs typeface="Lucida Sans Unicode"/>
              </a:rPr>
              <a:t> </a:t>
            </a:r>
            <a:r>
              <a:rPr sz="2350" spc="-55" dirty="0">
                <a:latin typeface="Lucida Sans Unicode"/>
                <a:cs typeface="Lucida Sans Unicode"/>
              </a:rPr>
              <a:t>single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40" dirty="0">
                <a:latin typeface="Lucida Sans Unicode"/>
                <a:cs typeface="Lucida Sans Unicode"/>
              </a:rPr>
              <a:t>share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worthless</a:t>
            </a:r>
            <a:endParaRPr sz="23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350" spc="-285" dirty="0">
                <a:latin typeface="Lucida Sans Unicode"/>
                <a:cs typeface="Lucida Sans Unicode"/>
              </a:rPr>
              <a:t>—</a:t>
            </a:r>
            <a:r>
              <a:rPr sz="2350" spc="-18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privacy</a:t>
            </a:r>
            <a:r>
              <a:rPr sz="2350" spc="-35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by</a:t>
            </a:r>
            <a:r>
              <a:rPr sz="2350" spc="-30" dirty="0">
                <a:latin typeface="Lucida Sans Unicode"/>
                <a:cs typeface="Lucida Sans Unicode"/>
              </a:rPr>
              <a:t> </a:t>
            </a:r>
            <a:r>
              <a:rPr sz="2350" spc="-45" dirty="0">
                <a:latin typeface="Lucida Sans Unicode"/>
                <a:cs typeface="Lucida Sans Unicode"/>
              </a:rPr>
              <a:t>mathematics,</a:t>
            </a:r>
            <a:r>
              <a:rPr sz="2350" spc="-10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not</a:t>
            </a:r>
            <a:r>
              <a:rPr sz="2350" spc="-110" dirty="0">
                <a:latin typeface="Lucida Sans Unicode"/>
                <a:cs typeface="Lucida Sans Unicode"/>
              </a:rPr>
              <a:t> </a:t>
            </a:r>
            <a:r>
              <a:rPr sz="2350" dirty="0">
                <a:latin typeface="Lucida Sans Unicode"/>
                <a:cs typeface="Lucida Sans Unicode"/>
              </a:rPr>
              <a:t>by</a:t>
            </a:r>
            <a:r>
              <a:rPr sz="2350" spc="-30" dirty="0">
                <a:latin typeface="Lucida Sans Unicode"/>
                <a:cs typeface="Lucida Sans Unicode"/>
              </a:rPr>
              <a:t> </a:t>
            </a:r>
            <a:r>
              <a:rPr sz="2350" spc="-10" dirty="0">
                <a:latin typeface="Lucida Sans Unicode"/>
                <a:cs typeface="Lucida Sans Unicode"/>
              </a:rPr>
              <a:t>trust.</a:t>
            </a:r>
            <a:endParaRPr sz="2350" dirty="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801349" y="2552699"/>
            <a:ext cx="6762750" cy="5181600"/>
            <a:chOff x="10801349" y="2552699"/>
            <a:chExt cx="6762750" cy="5181600"/>
          </a:xfrm>
        </p:grpSpPr>
        <p:sp>
          <p:nvSpPr>
            <p:cNvPr id="10" name="object 10"/>
            <p:cNvSpPr/>
            <p:nvPr/>
          </p:nvSpPr>
          <p:spPr>
            <a:xfrm>
              <a:off x="10810874" y="2562224"/>
              <a:ext cx="6743700" cy="5162550"/>
            </a:xfrm>
            <a:custGeom>
              <a:avLst/>
              <a:gdLst/>
              <a:ahLst/>
              <a:cxnLst/>
              <a:rect l="l" t="t" r="r" b="b"/>
              <a:pathLst>
                <a:path w="6743700" h="5162550">
                  <a:moveTo>
                    <a:pt x="6524624" y="5162549"/>
                  </a:moveTo>
                  <a:lnTo>
                    <a:pt x="211899" y="5162549"/>
                  </a:lnTo>
                  <a:lnTo>
                    <a:pt x="190461" y="5160790"/>
                  </a:lnTo>
                  <a:lnTo>
                    <a:pt x="148614" y="5151033"/>
                  </a:lnTo>
                  <a:lnTo>
                    <a:pt x="109474" y="5133299"/>
                  </a:lnTo>
                  <a:lnTo>
                    <a:pt x="74548" y="5108270"/>
                  </a:lnTo>
                  <a:lnTo>
                    <a:pt x="45175" y="5076907"/>
                  </a:lnTo>
                  <a:lnTo>
                    <a:pt x="22484" y="5040417"/>
                  </a:lnTo>
                  <a:lnTo>
                    <a:pt x="7349" y="5000203"/>
                  </a:lnTo>
                  <a:lnTo>
                    <a:pt x="351" y="4957807"/>
                  </a:lnTo>
                  <a:lnTo>
                    <a:pt x="0" y="4943474"/>
                  </a:lnTo>
                  <a:lnTo>
                    <a:pt x="0" y="211899"/>
                  </a:lnTo>
                  <a:lnTo>
                    <a:pt x="5608" y="169298"/>
                  </a:lnTo>
                  <a:lnTo>
                    <a:pt x="19420" y="128609"/>
                  </a:lnTo>
                  <a:lnTo>
                    <a:pt x="40905" y="91397"/>
                  </a:lnTo>
                  <a:lnTo>
                    <a:pt x="69238" y="59092"/>
                  </a:lnTo>
                  <a:lnTo>
                    <a:pt x="103328" y="32934"/>
                  </a:lnTo>
                  <a:lnTo>
                    <a:pt x="141865" y="13930"/>
                  </a:lnTo>
                  <a:lnTo>
                    <a:pt x="183372" y="2809"/>
                  </a:lnTo>
                  <a:lnTo>
                    <a:pt x="219074" y="0"/>
                  </a:lnTo>
                  <a:lnTo>
                    <a:pt x="6531799" y="0"/>
                  </a:lnTo>
                  <a:lnTo>
                    <a:pt x="6574399" y="5609"/>
                  </a:lnTo>
                  <a:lnTo>
                    <a:pt x="6615087" y="19421"/>
                  </a:lnTo>
                  <a:lnTo>
                    <a:pt x="6652300" y="40907"/>
                  </a:lnTo>
                  <a:lnTo>
                    <a:pt x="6684605" y="69239"/>
                  </a:lnTo>
                  <a:lnTo>
                    <a:pt x="6710763" y="103328"/>
                  </a:lnTo>
                  <a:lnTo>
                    <a:pt x="6729767" y="141867"/>
                  </a:lnTo>
                  <a:lnTo>
                    <a:pt x="6740889" y="183372"/>
                  </a:lnTo>
                  <a:lnTo>
                    <a:pt x="6743700" y="4950649"/>
                  </a:lnTo>
                  <a:lnTo>
                    <a:pt x="6741941" y="4972088"/>
                  </a:lnTo>
                  <a:lnTo>
                    <a:pt x="6732182" y="5013935"/>
                  </a:lnTo>
                  <a:lnTo>
                    <a:pt x="6714447" y="5053073"/>
                  </a:lnTo>
                  <a:lnTo>
                    <a:pt x="6689417" y="5088000"/>
                  </a:lnTo>
                  <a:lnTo>
                    <a:pt x="6658056" y="5117373"/>
                  </a:lnTo>
                  <a:lnTo>
                    <a:pt x="6621566" y="5140063"/>
                  </a:lnTo>
                  <a:lnTo>
                    <a:pt x="6581351" y="5155198"/>
                  </a:lnTo>
                  <a:lnTo>
                    <a:pt x="6538957" y="5162197"/>
                  </a:lnTo>
                  <a:lnTo>
                    <a:pt x="6524624" y="5162549"/>
                  </a:lnTo>
                  <a:close/>
                </a:path>
              </a:pathLst>
            </a:custGeom>
            <a:solidFill>
              <a:srgbClr val="161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810874" y="2562224"/>
              <a:ext cx="6743700" cy="5162550"/>
            </a:xfrm>
            <a:custGeom>
              <a:avLst/>
              <a:gdLst/>
              <a:ahLst/>
              <a:cxnLst/>
              <a:rect l="l" t="t" r="r" b="b"/>
              <a:pathLst>
                <a:path w="6743700" h="5162550">
                  <a:moveTo>
                    <a:pt x="0" y="4943474"/>
                  </a:moveTo>
                  <a:lnTo>
                    <a:pt x="0" y="219074"/>
                  </a:lnTo>
                  <a:lnTo>
                    <a:pt x="0" y="211899"/>
                  </a:lnTo>
                  <a:lnTo>
                    <a:pt x="351" y="204742"/>
                  </a:lnTo>
                  <a:lnTo>
                    <a:pt x="1054" y="197601"/>
                  </a:lnTo>
                  <a:lnTo>
                    <a:pt x="1756" y="190461"/>
                  </a:lnTo>
                  <a:lnTo>
                    <a:pt x="2807" y="183372"/>
                  </a:lnTo>
                  <a:lnTo>
                    <a:pt x="4207" y="176335"/>
                  </a:lnTo>
                  <a:lnTo>
                    <a:pt x="5608" y="169298"/>
                  </a:lnTo>
                  <a:lnTo>
                    <a:pt x="7349" y="162346"/>
                  </a:lnTo>
                  <a:lnTo>
                    <a:pt x="9432" y="155480"/>
                  </a:lnTo>
                  <a:lnTo>
                    <a:pt x="11514" y="148614"/>
                  </a:lnTo>
                  <a:lnTo>
                    <a:pt x="25867" y="115803"/>
                  </a:lnTo>
                  <a:lnTo>
                    <a:pt x="29249" y="109475"/>
                  </a:lnTo>
                  <a:lnTo>
                    <a:pt x="49727" y="80095"/>
                  </a:lnTo>
                  <a:lnTo>
                    <a:pt x="54279" y="74548"/>
                  </a:lnTo>
                  <a:lnTo>
                    <a:pt x="85641" y="45176"/>
                  </a:lnTo>
                  <a:lnTo>
                    <a:pt x="122130" y="22485"/>
                  </a:lnTo>
                  <a:lnTo>
                    <a:pt x="155479" y="9433"/>
                  </a:lnTo>
                  <a:lnTo>
                    <a:pt x="162345" y="7350"/>
                  </a:lnTo>
                  <a:lnTo>
                    <a:pt x="204742" y="352"/>
                  </a:lnTo>
                  <a:lnTo>
                    <a:pt x="219074" y="0"/>
                  </a:lnTo>
                  <a:lnTo>
                    <a:pt x="6524624" y="0"/>
                  </a:lnTo>
                  <a:lnTo>
                    <a:pt x="6567361" y="4209"/>
                  </a:lnTo>
                  <a:lnTo>
                    <a:pt x="6574399" y="5609"/>
                  </a:lnTo>
                  <a:lnTo>
                    <a:pt x="6581350" y="7350"/>
                  </a:lnTo>
                  <a:lnTo>
                    <a:pt x="6588215" y="9433"/>
                  </a:lnTo>
                  <a:lnTo>
                    <a:pt x="6595081" y="11516"/>
                  </a:lnTo>
                  <a:lnTo>
                    <a:pt x="6601828" y="13930"/>
                  </a:lnTo>
                  <a:lnTo>
                    <a:pt x="6608457" y="16676"/>
                  </a:lnTo>
                  <a:lnTo>
                    <a:pt x="6615087" y="19421"/>
                  </a:lnTo>
                  <a:lnTo>
                    <a:pt x="6621566" y="22485"/>
                  </a:lnTo>
                  <a:lnTo>
                    <a:pt x="6627892" y="25868"/>
                  </a:lnTo>
                  <a:lnTo>
                    <a:pt x="6634221" y="29250"/>
                  </a:lnTo>
                  <a:lnTo>
                    <a:pt x="6640367" y="32934"/>
                  </a:lnTo>
                  <a:lnTo>
                    <a:pt x="6646333" y="36920"/>
                  </a:lnTo>
                  <a:lnTo>
                    <a:pt x="6652300" y="40907"/>
                  </a:lnTo>
                  <a:lnTo>
                    <a:pt x="6658056" y="45176"/>
                  </a:lnTo>
                  <a:lnTo>
                    <a:pt x="6663602" y="49728"/>
                  </a:lnTo>
                  <a:lnTo>
                    <a:pt x="6669149" y="54279"/>
                  </a:lnTo>
                  <a:lnTo>
                    <a:pt x="6698522" y="85641"/>
                  </a:lnTo>
                  <a:lnTo>
                    <a:pt x="6706776" y="97363"/>
                  </a:lnTo>
                  <a:lnTo>
                    <a:pt x="6710763" y="103328"/>
                  </a:lnTo>
                  <a:lnTo>
                    <a:pt x="6727021" y="135238"/>
                  </a:lnTo>
                  <a:lnTo>
                    <a:pt x="6729767" y="141867"/>
                  </a:lnTo>
                  <a:lnTo>
                    <a:pt x="6732182" y="148614"/>
                  </a:lnTo>
                  <a:lnTo>
                    <a:pt x="6734265" y="155480"/>
                  </a:lnTo>
                  <a:lnTo>
                    <a:pt x="6736347" y="162346"/>
                  </a:lnTo>
                  <a:lnTo>
                    <a:pt x="6738089" y="169298"/>
                  </a:lnTo>
                  <a:lnTo>
                    <a:pt x="6739488" y="176335"/>
                  </a:lnTo>
                  <a:lnTo>
                    <a:pt x="6740889" y="183372"/>
                  </a:lnTo>
                  <a:lnTo>
                    <a:pt x="6741941" y="190461"/>
                  </a:lnTo>
                  <a:lnTo>
                    <a:pt x="6742644" y="197601"/>
                  </a:lnTo>
                  <a:lnTo>
                    <a:pt x="6743348" y="204742"/>
                  </a:lnTo>
                  <a:lnTo>
                    <a:pt x="6743700" y="211899"/>
                  </a:lnTo>
                  <a:lnTo>
                    <a:pt x="6743699" y="219074"/>
                  </a:lnTo>
                  <a:lnTo>
                    <a:pt x="6743699" y="4943474"/>
                  </a:lnTo>
                  <a:lnTo>
                    <a:pt x="6739488" y="4986214"/>
                  </a:lnTo>
                  <a:lnTo>
                    <a:pt x="6738089" y="4993251"/>
                  </a:lnTo>
                  <a:lnTo>
                    <a:pt x="6736347" y="5000203"/>
                  </a:lnTo>
                  <a:lnTo>
                    <a:pt x="6734265" y="5007069"/>
                  </a:lnTo>
                  <a:lnTo>
                    <a:pt x="6732182" y="5013935"/>
                  </a:lnTo>
                  <a:lnTo>
                    <a:pt x="6729767" y="5020682"/>
                  </a:lnTo>
                  <a:lnTo>
                    <a:pt x="6727021" y="5027310"/>
                  </a:lnTo>
                  <a:lnTo>
                    <a:pt x="6724276" y="5033939"/>
                  </a:lnTo>
                  <a:lnTo>
                    <a:pt x="6721212" y="5040417"/>
                  </a:lnTo>
                  <a:lnTo>
                    <a:pt x="6717830" y="5046745"/>
                  </a:lnTo>
                  <a:lnTo>
                    <a:pt x="6714447" y="5053073"/>
                  </a:lnTo>
                  <a:lnTo>
                    <a:pt x="6710763" y="5059220"/>
                  </a:lnTo>
                  <a:lnTo>
                    <a:pt x="6706776" y="5065185"/>
                  </a:lnTo>
                  <a:lnTo>
                    <a:pt x="6702790" y="5071151"/>
                  </a:lnTo>
                  <a:lnTo>
                    <a:pt x="6698522" y="5076907"/>
                  </a:lnTo>
                  <a:lnTo>
                    <a:pt x="6693970" y="5082453"/>
                  </a:lnTo>
                  <a:lnTo>
                    <a:pt x="6689417" y="5088000"/>
                  </a:lnTo>
                  <a:lnTo>
                    <a:pt x="6684605" y="5093310"/>
                  </a:lnTo>
                  <a:lnTo>
                    <a:pt x="6679532" y="5098383"/>
                  </a:lnTo>
                  <a:lnTo>
                    <a:pt x="6674459" y="5103457"/>
                  </a:lnTo>
                  <a:lnTo>
                    <a:pt x="6646333" y="5125628"/>
                  </a:lnTo>
                  <a:lnTo>
                    <a:pt x="6640368" y="5129614"/>
                  </a:lnTo>
                  <a:lnTo>
                    <a:pt x="6634222" y="5133299"/>
                  </a:lnTo>
                  <a:lnTo>
                    <a:pt x="6627893" y="5136680"/>
                  </a:lnTo>
                  <a:lnTo>
                    <a:pt x="6621566" y="5140063"/>
                  </a:lnTo>
                  <a:lnTo>
                    <a:pt x="6615087" y="5143126"/>
                  </a:lnTo>
                  <a:lnTo>
                    <a:pt x="6608458" y="5145872"/>
                  </a:lnTo>
                  <a:lnTo>
                    <a:pt x="6601830" y="5148619"/>
                  </a:lnTo>
                  <a:lnTo>
                    <a:pt x="6595082" y="5151033"/>
                  </a:lnTo>
                  <a:lnTo>
                    <a:pt x="6588217" y="5153115"/>
                  </a:lnTo>
                  <a:lnTo>
                    <a:pt x="6581351" y="5155198"/>
                  </a:lnTo>
                  <a:lnTo>
                    <a:pt x="6574400" y="5156940"/>
                  </a:lnTo>
                  <a:lnTo>
                    <a:pt x="6567362" y="5158339"/>
                  </a:lnTo>
                  <a:lnTo>
                    <a:pt x="6560327" y="5159739"/>
                  </a:lnTo>
                  <a:lnTo>
                    <a:pt x="6553237" y="5160790"/>
                  </a:lnTo>
                  <a:lnTo>
                    <a:pt x="6546097" y="5161494"/>
                  </a:lnTo>
                  <a:lnTo>
                    <a:pt x="6538957" y="5162197"/>
                  </a:lnTo>
                  <a:lnTo>
                    <a:pt x="6531799" y="5162549"/>
                  </a:lnTo>
                  <a:lnTo>
                    <a:pt x="6524624" y="5162549"/>
                  </a:lnTo>
                  <a:lnTo>
                    <a:pt x="219074" y="5162549"/>
                  </a:lnTo>
                  <a:lnTo>
                    <a:pt x="211899" y="5162549"/>
                  </a:lnTo>
                  <a:lnTo>
                    <a:pt x="204742" y="5162197"/>
                  </a:lnTo>
                  <a:lnTo>
                    <a:pt x="197601" y="5161494"/>
                  </a:lnTo>
                  <a:lnTo>
                    <a:pt x="190461" y="5160790"/>
                  </a:lnTo>
                  <a:lnTo>
                    <a:pt x="183372" y="5159739"/>
                  </a:lnTo>
                  <a:lnTo>
                    <a:pt x="176334" y="5158339"/>
                  </a:lnTo>
                  <a:lnTo>
                    <a:pt x="169297" y="5156940"/>
                  </a:lnTo>
                  <a:lnTo>
                    <a:pt x="162347" y="5155199"/>
                  </a:lnTo>
                  <a:lnTo>
                    <a:pt x="155481" y="5153116"/>
                  </a:lnTo>
                  <a:lnTo>
                    <a:pt x="148614" y="5151033"/>
                  </a:lnTo>
                  <a:lnTo>
                    <a:pt x="141865" y="5148619"/>
                  </a:lnTo>
                  <a:lnTo>
                    <a:pt x="135237" y="5145873"/>
                  </a:lnTo>
                  <a:lnTo>
                    <a:pt x="128608" y="5143128"/>
                  </a:lnTo>
                  <a:lnTo>
                    <a:pt x="91396" y="5121642"/>
                  </a:lnTo>
                  <a:lnTo>
                    <a:pt x="59091" y="5093310"/>
                  </a:lnTo>
                  <a:lnTo>
                    <a:pt x="49727" y="5082453"/>
                  </a:lnTo>
                  <a:lnTo>
                    <a:pt x="45175" y="5076907"/>
                  </a:lnTo>
                  <a:lnTo>
                    <a:pt x="25867" y="5046745"/>
                  </a:lnTo>
                  <a:lnTo>
                    <a:pt x="22484" y="5040417"/>
                  </a:lnTo>
                  <a:lnTo>
                    <a:pt x="9432" y="5007068"/>
                  </a:lnTo>
                  <a:lnTo>
                    <a:pt x="7349" y="5000203"/>
                  </a:lnTo>
                  <a:lnTo>
                    <a:pt x="1054" y="4964948"/>
                  </a:lnTo>
                  <a:lnTo>
                    <a:pt x="351" y="4957807"/>
                  </a:lnTo>
                  <a:lnTo>
                    <a:pt x="0" y="4950649"/>
                  </a:lnTo>
                  <a:lnTo>
                    <a:pt x="0" y="4943474"/>
                  </a:lnTo>
                  <a:close/>
                </a:path>
              </a:pathLst>
            </a:custGeom>
            <a:ln w="19049">
              <a:solidFill>
                <a:srgbClr val="2F36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268471" y="3041776"/>
            <a:ext cx="3086735" cy="165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P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R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O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J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E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C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T</a:t>
            </a:r>
            <a:r>
              <a:rPr sz="1300" spc="-5" dirty="0">
                <a:solidFill>
                  <a:srgbClr val="8B949D"/>
                </a:solidFill>
                <a:latin typeface="Courier New"/>
                <a:cs typeface="Courier New"/>
              </a:rPr>
              <a:t> 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T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E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A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8B949D"/>
                </a:solidFill>
                <a:latin typeface="Courier New"/>
                <a:cs typeface="Courier New"/>
              </a:rPr>
              <a:t>M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Inam</a:t>
            </a:r>
            <a:r>
              <a:rPr sz="2200" spc="-12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Ullah</a:t>
            </a:r>
            <a:r>
              <a:rPr sz="2200" spc="-60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(45521)</a:t>
            </a:r>
            <a:endParaRPr sz="15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200" spc="-55" dirty="0">
                <a:solidFill>
                  <a:srgbClr val="E6ECF2"/>
                </a:solidFill>
                <a:latin typeface="Lucida Sans Unicode"/>
                <a:cs typeface="Lucida Sans Unicode"/>
              </a:rPr>
              <a:t>Zaka</a:t>
            </a:r>
            <a:r>
              <a:rPr sz="2200" spc="-1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70" dirty="0">
                <a:solidFill>
                  <a:srgbClr val="E6ECF2"/>
                </a:solidFill>
                <a:latin typeface="Lucida Sans Unicode"/>
                <a:cs typeface="Lucida Sans Unicode"/>
              </a:rPr>
              <a:t>Khan</a:t>
            </a:r>
            <a:r>
              <a:rPr sz="2200" spc="-6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(36503)</a:t>
            </a:r>
            <a:endParaRPr sz="15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200" spc="-85" dirty="0">
                <a:solidFill>
                  <a:srgbClr val="E6ECF2"/>
                </a:solidFill>
                <a:latin typeface="Lucida Sans Unicode"/>
                <a:cs typeface="Lucida Sans Unicode"/>
              </a:rPr>
              <a:t>Muhammad</a:t>
            </a:r>
            <a:r>
              <a:rPr sz="2200" spc="-4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2200" spc="-105" dirty="0">
                <a:solidFill>
                  <a:srgbClr val="E6ECF2"/>
                </a:solidFill>
                <a:latin typeface="Lucida Sans Unicode"/>
                <a:cs typeface="Lucida Sans Unicode"/>
              </a:rPr>
              <a:t>Umar</a:t>
            </a:r>
            <a:r>
              <a:rPr sz="2200" spc="-95" dirty="0">
                <a:solidFill>
                  <a:srgbClr val="E6ECF2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(44726)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68471" y="5346826"/>
            <a:ext cx="1458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S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U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P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E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R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V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I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S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B949D"/>
                </a:solidFill>
                <a:latin typeface="Courier New"/>
                <a:cs typeface="Courier New"/>
              </a:rPr>
              <a:t>O</a:t>
            </a:r>
            <a:r>
              <a:rPr sz="1300" spc="-395" dirty="0">
                <a:solidFill>
                  <a:srgbClr val="8B949D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8B949D"/>
                </a:solidFill>
                <a:latin typeface="Courier New"/>
                <a:cs typeface="Courier New"/>
              </a:rPr>
              <a:t>R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68471" y="5760659"/>
            <a:ext cx="1965960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45" dirty="0">
                <a:solidFill>
                  <a:srgbClr val="58A6FF"/>
                </a:solidFill>
                <a:latin typeface="Lucida Sans Unicode"/>
                <a:cs typeface="Lucida Sans Unicode"/>
              </a:rPr>
              <a:t>Sir</a:t>
            </a:r>
            <a:r>
              <a:rPr sz="2100" spc="-145" dirty="0">
                <a:solidFill>
                  <a:srgbClr val="58A6FF"/>
                </a:solidFill>
                <a:latin typeface="Lucida Sans Unicode"/>
                <a:cs typeface="Lucida Sans Unicode"/>
              </a:rPr>
              <a:t> </a:t>
            </a:r>
            <a:r>
              <a:rPr sz="2100" spc="-90" dirty="0">
                <a:solidFill>
                  <a:srgbClr val="58A6FF"/>
                </a:solidFill>
                <a:latin typeface="Lucida Sans Unicode"/>
                <a:cs typeface="Lucida Sans Unicode"/>
              </a:rPr>
              <a:t>Yawar</a:t>
            </a:r>
            <a:r>
              <a:rPr sz="2100" spc="-145" dirty="0">
                <a:solidFill>
                  <a:srgbClr val="58A6FF"/>
                </a:solidFill>
                <a:latin typeface="Lucida Sans Unicode"/>
                <a:cs typeface="Lucida Sans Unicode"/>
              </a:rPr>
              <a:t> </a:t>
            </a:r>
            <a:r>
              <a:rPr sz="2100" spc="-40" dirty="0">
                <a:solidFill>
                  <a:srgbClr val="58A6FF"/>
                </a:solidFill>
                <a:latin typeface="Lucida Sans Unicode"/>
                <a:cs typeface="Lucida Sans Unicode"/>
              </a:rPr>
              <a:t>Abbas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68471" y="6618561"/>
            <a:ext cx="3498850" cy="5969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5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Dept.</a:t>
            </a:r>
            <a:r>
              <a:rPr sz="1550" spc="-6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8B949D"/>
                </a:solidFill>
                <a:latin typeface="Lucida Sans Unicode"/>
                <a:cs typeface="Lucida Sans Unicode"/>
              </a:rPr>
              <a:t>of</a:t>
            </a:r>
            <a:r>
              <a:rPr sz="15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Cyber</a:t>
            </a:r>
            <a:r>
              <a:rPr sz="1550" spc="-7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Security</a:t>
            </a:r>
            <a:endParaRPr sz="15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550" spc="-30" dirty="0">
                <a:solidFill>
                  <a:srgbClr val="8B949D"/>
                </a:solidFill>
                <a:latin typeface="Lucida Sans Unicode"/>
                <a:cs typeface="Lucida Sans Unicode"/>
              </a:rPr>
              <a:t>Riphah</a:t>
            </a:r>
            <a:r>
              <a:rPr sz="1550" spc="-9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5" dirty="0">
                <a:solidFill>
                  <a:srgbClr val="8B949D"/>
                </a:solidFill>
                <a:latin typeface="Lucida Sans Unicode"/>
                <a:cs typeface="Lucida Sans Unicode"/>
              </a:rPr>
              <a:t>International</a:t>
            </a:r>
            <a:r>
              <a:rPr sz="1550" spc="-50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8B949D"/>
                </a:solidFill>
                <a:latin typeface="Lucida Sans Unicode"/>
                <a:cs typeface="Lucida Sans Unicode"/>
              </a:rPr>
              <a:t>University</a:t>
            </a:r>
            <a:r>
              <a:rPr sz="1550" spc="-7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715" dirty="0">
                <a:solidFill>
                  <a:srgbClr val="8B949D"/>
                </a:solidFill>
                <a:latin typeface="Lucida Sans Unicode"/>
                <a:cs typeface="Lucida Sans Unicode"/>
              </a:rPr>
              <a:t>·</a:t>
            </a:r>
            <a:r>
              <a:rPr sz="1550" spc="-85" dirty="0">
                <a:solidFill>
                  <a:srgbClr val="8B949D"/>
                </a:solidFill>
                <a:latin typeface="Lucida Sans Unicode"/>
                <a:cs typeface="Lucida Sans Unicode"/>
              </a:rPr>
              <a:t> </a:t>
            </a:r>
            <a:r>
              <a:rPr sz="1550" spc="-20" dirty="0">
                <a:solidFill>
                  <a:srgbClr val="8B949D"/>
                </a:solidFill>
                <a:latin typeface="Lucida Sans Unicode"/>
                <a:cs typeface="Lucida Sans Unicode"/>
              </a:rPr>
              <a:t>2026</a:t>
            </a:r>
            <a:endParaRPr sz="1550">
              <a:latin typeface="Lucida Sans Unicode"/>
              <a:cs typeface="Lucida Sans Unicod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599" y="5029200"/>
            <a:ext cx="5791199" cy="11048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7599" y="6400799"/>
            <a:ext cx="5791199" cy="857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ipha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iphah" id="{CF12D10F-74EE-41F6-BED5-89EF1978FC12}" vid="{275E0C90-A1A3-4E61-8B5A-234C16397E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Riphah</Template>
  <TotalTime>94</TotalTime>
  <Words>2204</Words>
  <Application>Microsoft Office PowerPoint</Application>
  <PresentationFormat>Custom</PresentationFormat>
  <Paragraphs>355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Lucida Sans Unicode</vt:lpstr>
      <vt:lpstr>Segoe UI Symbol</vt:lpstr>
      <vt:lpstr>Sitka Text</vt:lpstr>
      <vt:lpstr>Trebuchet MS</vt:lpstr>
      <vt:lpstr>Riphah</vt:lpstr>
      <vt:lpstr>REVEAL-X</vt:lpstr>
      <vt:lpstr>Agenda</vt:lpstr>
      <vt:lpstr>PowerPoint Presentation</vt:lpstr>
      <vt:lpstr>A 1994 idea, re-engineered</vt:lpstr>
      <vt:lpstr>Aims &amp; objectives</vt:lpstr>
      <vt:lpstr>Project scope</vt:lpstr>
      <vt:lpstr>Reveal-X</vt:lpstr>
      <vt:lpstr>How it works</vt:lpstr>
      <vt:lpstr>Methodology</vt:lpstr>
      <vt:lpstr>Requirements</vt:lpstr>
      <vt:lpstr>How Reveal-X compares</vt:lpstr>
      <vt:lpstr>Real-time messaging</vt:lpstr>
      <vt:lpstr>Visual cryptography in action</vt:lpstr>
      <vt:lpstr>Three tiers, one secure flow</vt:lpstr>
      <vt:lpstr>Defense at every layer</vt:lpstr>
      <vt:lpstr>Built with</vt:lpstr>
      <vt:lpstr>Progress so far</vt:lpstr>
      <vt:lpstr>Project timeline</vt:lpstr>
      <vt:lpstr>Challenges &amp; mitigation</vt:lpstr>
      <vt:lpstr>What's next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Reveal-X FYP Progress Presentation</dc:title>
  <cp:lastModifiedBy>Windows User</cp:lastModifiedBy>
  <cp:revision>7</cp:revision>
  <dcterms:created xsi:type="dcterms:W3CDTF">2026-06-03T15:57:03Z</dcterms:created>
  <dcterms:modified xsi:type="dcterms:W3CDTF">2026-06-03T17:31:40Z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2026-06-03T00:00:00Z</vt:filetime>
  </property>
  <property fmtid="{D5CDD505-2E9C-101B-9397-08002B2CF9AE}" pid="4" name="Creator">
    <vt:lpwstr>Mozilla/5.0 (X11; Linux x86_64) AppleWebKit/537.36 (KHTML, like Gecko) HeadlessChrome/140.0.0.0 Safari/537.36</vt:lpwstr>
  </property>
  <property fmtid="{D5CDD505-2E9C-101B-9397-08002B2CF9AE}" pid="5" name="LastSaved">
    <vt:filetime>2026-06-03T00:00:00Z</vt:filetime>
  </property>
  <property fmtid="{D5CDD505-2E9C-101B-9397-08002B2CF9AE}" pid="6" name="Producer">
    <vt:lpwstr>Skia/PDF m140</vt:lpwstr>
  </property>
</Properties>
</file>